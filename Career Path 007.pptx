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5"/>
  </p:notesMasterIdLst>
  <p:sldIdLst>
    <p:sldId id="256" r:id="rId2"/>
    <p:sldId id="258" r:id="rId3"/>
    <p:sldId id="276" r:id="rId4"/>
    <p:sldId id="263" r:id="rId5"/>
    <p:sldId id="267" r:id="rId6"/>
    <p:sldId id="298" r:id="rId7"/>
    <p:sldId id="277" r:id="rId8"/>
    <p:sldId id="300" r:id="rId9"/>
    <p:sldId id="301" r:id="rId10"/>
    <p:sldId id="302" r:id="rId11"/>
    <p:sldId id="303" r:id="rId12"/>
    <p:sldId id="304" r:id="rId13"/>
    <p:sldId id="299" r:id="rId14"/>
  </p:sldIdLst>
  <p:sldSz cx="18288000" cy="10287000"/>
  <p:notesSz cx="6858000" cy="9144000"/>
  <p:embeddedFontLs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Russo One" panose="020B0604020202020204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60"/>
  </p:normalViewPr>
  <p:slideViewPr>
    <p:cSldViewPr snapToGrid="0">
      <p:cViewPr varScale="1">
        <p:scale>
          <a:sx n="52" d="100"/>
          <a:sy n="52" d="100"/>
        </p:scale>
        <p:origin x="989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A6281F3C-8487-EF1F-F304-E2B6DDA4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>
            <a:extLst>
              <a:ext uri="{FF2B5EF4-FFF2-40B4-BE49-F238E27FC236}">
                <a16:creationId xmlns:a16="http://schemas.microsoft.com/office/drawing/2014/main" id="{0AD1CA5F-317E-8113-A522-2475B244F0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:notes">
            <a:extLst>
              <a:ext uri="{FF2B5EF4-FFF2-40B4-BE49-F238E27FC236}">
                <a16:creationId xmlns:a16="http://schemas.microsoft.com/office/drawing/2014/main" id="{822D6F52-CF1E-2E8B-53F4-62B10385A6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2896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>
          <a:extLst>
            <a:ext uri="{FF2B5EF4-FFF2-40B4-BE49-F238E27FC236}">
              <a16:creationId xmlns:a16="http://schemas.microsoft.com/office/drawing/2014/main" id="{7FEC353C-5A05-A35C-6AA9-C433138C8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2:notes">
            <a:extLst>
              <a:ext uri="{FF2B5EF4-FFF2-40B4-BE49-F238E27FC236}">
                <a16:creationId xmlns:a16="http://schemas.microsoft.com/office/drawing/2014/main" id="{06A96F3D-91B3-4BE0-16FC-4E6070D63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12:notes">
            <a:extLst>
              <a:ext uri="{FF2B5EF4-FFF2-40B4-BE49-F238E27FC236}">
                <a16:creationId xmlns:a16="http://schemas.microsoft.com/office/drawing/2014/main" id="{8910F8D3-CE76-05B8-3567-459C095CAB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2599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"/>
          <p:cNvGrpSpPr/>
          <p:nvPr/>
        </p:nvGrpSpPr>
        <p:grpSpPr>
          <a:xfrm>
            <a:off x="604516" y="326658"/>
            <a:ext cx="17079216" cy="9453142"/>
            <a:chOff x="0" y="-47625"/>
            <a:chExt cx="4498200" cy="2489700"/>
          </a:xfrm>
        </p:grpSpPr>
        <p:sp>
          <p:nvSpPr>
            <p:cNvPr id="11" name="Google Shape;11;p3"/>
            <p:cNvSpPr/>
            <p:nvPr/>
          </p:nvSpPr>
          <p:spPr>
            <a:xfrm>
              <a:off x="0" y="0"/>
              <a:ext cx="4498165" cy="2442016"/>
            </a:xfrm>
            <a:custGeom>
              <a:avLst/>
              <a:gdLst/>
              <a:ahLst/>
              <a:cxnLst/>
              <a:rect l="l" t="t" r="r" b="b"/>
              <a:pathLst>
                <a:path w="4498165" h="2442016" extrusionOk="0">
                  <a:moveTo>
                    <a:pt x="0" y="0"/>
                  </a:moveTo>
                  <a:lnTo>
                    <a:pt x="4498165" y="0"/>
                  </a:lnTo>
                  <a:lnTo>
                    <a:pt x="4498165" y="2442016"/>
                  </a:lnTo>
                  <a:lnTo>
                    <a:pt x="0" y="2442016"/>
                  </a:lnTo>
                  <a:close/>
                </a:path>
              </a:pathLst>
            </a:custGeom>
            <a:gradFill>
              <a:gsLst>
                <a:gs pos="0">
                  <a:srgbClr val="16181B"/>
                </a:gs>
                <a:gs pos="100000">
                  <a:srgbClr val="333940"/>
                </a:gs>
              </a:gsLst>
              <a:path path="circle">
                <a:fillToRect r="100000" b="100000"/>
              </a:path>
              <a:tileRect l="-100000" t="-100000"/>
            </a:gra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Google Shape;12;p3"/>
            <p:cNvSpPr txBox="1"/>
            <p:nvPr/>
          </p:nvSpPr>
          <p:spPr>
            <a:xfrm>
              <a:off x="0" y="-47625"/>
              <a:ext cx="4498200" cy="24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1486125" y="1051875"/>
            <a:ext cx="11869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1486125" y="3886200"/>
            <a:ext cx="835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cxnSp>
        <p:nvCxnSpPr>
          <p:cNvPr id="15" name="Google Shape;15;p3"/>
          <p:cNvCxnSpPr/>
          <p:nvPr/>
        </p:nvCxnSpPr>
        <p:spPr>
          <a:xfrm>
            <a:off x="16433739" y="1051882"/>
            <a:ext cx="9927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6" name="Google Shape;16;p3"/>
          <p:cNvSpPr txBox="1"/>
          <p:nvPr/>
        </p:nvSpPr>
        <p:spPr>
          <a:xfrm>
            <a:off x="12846476" y="794707"/>
            <a:ext cx="32142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27" b="0" i="0" u="none" strike="noStrike" cap="non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01/02/2025</a:t>
            </a:r>
            <a:endParaRPr/>
          </a:p>
        </p:txBody>
      </p:sp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002600" y="4577775"/>
            <a:ext cx="4908125" cy="535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2521" y="2153600"/>
            <a:ext cx="1601650" cy="1608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8825" y="7665691"/>
            <a:ext cx="1601650" cy="1607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4"/>
          <p:cNvGrpSpPr/>
          <p:nvPr/>
        </p:nvGrpSpPr>
        <p:grpSpPr>
          <a:xfrm>
            <a:off x="604516" y="326658"/>
            <a:ext cx="17079216" cy="9453142"/>
            <a:chOff x="0" y="-47625"/>
            <a:chExt cx="4498200" cy="2489700"/>
          </a:xfrm>
        </p:grpSpPr>
        <p:sp>
          <p:nvSpPr>
            <p:cNvPr id="22" name="Google Shape;22;p4"/>
            <p:cNvSpPr/>
            <p:nvPr/>
          </p:nvSpPr>
          <p:spPr>
            <a:xfrm>
              <a:off x="0" y="0"/>
              <a:ext cx="4498165" cy="2442016"/>
            </a:xfrm>
            <a:custGeom>
              <a:avLst/>
              <a:gdLst/>
              <a:ahLst/>
              <a:cxnLst/>
              <a:rect l="l" t="t" r="r" b="b"/>
              <a:pathLst>
                <a:path w="4498165" h="2442016" extrusionOk="0">
                  <a:moveTo>
                    <a:pt x="0" y="0"/>
                  </a:moveTo>
                  <a:lnTo>
                    <a:pt x="4498165" y="0"/>
                  </a:lnTo>
                  <a:lnTo>
                    <a:pt x="4498165" y="2442016"/>
                  </a:lnTo>
                  <a:lnTo>
                    <a:pt x="0" y="2442016"/>
                  </a:lnTo>
                  <a:close/>
                </a:path>
              </a:pathLst>
            </a:custGeom>
            <a:gradFill>
              <a:gsLst>
                <a:gs pos="0">
                  <a:srgbClr val="16181B"/>
                </a:gs>
                <a:gs pos="100000">
                  <a:srgbClr val="333940"/>
                </a:gs>
              </a:gsLst>
              <a:path path="circle">
                <a:fillToRect l="50000" t="50000" r="50000" b="50000"/>
              </a:path>
              <a:tileRect/>
            </a:gra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3" name="Google Shape;23;p4"/>
            <p:cNvSpPr txBox="1"/>
            <p:nvPr/>
          </p:nvSpPr>
          <p:spPr>
            <a:xfrm>
              <a:off x="0" y="-47625"/>
              <a:ext cx="4498200" cy="24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Google Shape;24;p4"/>
          <p:cNvSpPr txBox="1"/>
          <p:nvPr/>
        </p:nvSpPr>
        <p:spPr>
          <a:xfrm>
            <a:off x="12846476" y="794707"/>
            <a:ext cx="32142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27" b="0" i="0" u="none" strike="noStrike" cap="non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01/02/2025</a:t>
            </a:r>
            <a:endParaRPr/>
          </a:p>
        </p:txBody>
      </p:sp>
      <p:cxnSp>
        <p:nvCxnSpPr>
          <p:cNvPr id="25" name="Google Shape;25;p4"/>
          <p:cNvCxnSpPr/>
          <p:nvPr/>
        </p:nvCxnSpPr>
        <p:spPr>
          <a:xfrm>
            <a:off x="16433739" y="1051882"/>
            <a:ext cx="9927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26" name="Google Shape;2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99582" y="3404913"/>
            <a:ext cx="6741419" cy="511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0200" y="1854525"/>
            <a:ext cx="1015353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0875" y="8102674"/>
            <a:ext cx="1260175" cy="113294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925650" y="1280475"/>
            <a:ext cx="12664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1869975" y="3699563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604516" y="326658"/>
            <a:ext cx="17079216" cy="9453142"/>
            <a:chOff x="0" y="-47625"/>
            <a:chExt cx="4498200" cy="2489700"/>
          </a:xfrm>
        </p:grpSpPr>
        <p:sp>
          <p:nvSpPr>
            <p:cNvPr id="33" name="Google Shape;33;p5"/>
            <p:cNvSpPr/>
            <p:nvPr/>
          </p:nvSpPr>
          <p:spPr>
            <a:xfrm>
              <a:off x="0" y="0"/>
              <a:ext cx="4498165" cy="2442016"/>
            </a:xfrm>
            <a:custGeom>
              <a:avLst/>
              <a:gdLst/>
              <a:ahLst/>
              <a:cxnLst/>
              <a:rect l="l" t="t" r="r" b="b"/>
              <a:pathLst>
                <a:path w="4498165" h="2442016" extrusionOk="0">
                  <a:moveTo>
                    <a:pt x="0" y="0"/>
                  </a:moveTo>
                  <a:lnTo>
                    <a:pt x="4498165" y="0"/>
                  </a:lnTo>
                  <a:lnTo>
                    <a:pt x="4498165" y="2442016"/>
                  </a:lnTo>
                  <a:lnTo>
                    <a:pt x="0" y="2442016"/>
                  </a:lnTo>
                  <a:close/>
                </a:path>
              </a:pathLst>
            </a:custGeom>
            <a:gradFill>
              <a:gsLst>
                <a:gs pos="0">
                  <a:srgbClr val="16181B"/>
                </a:gs>
                <a:gs pos="100000">
                  <a:srgbClr val="333940"/>
                </a:gs>
              </a:gsLst>
              <a:path path="circle">
                <a:fillToRect l="50000" t="50000" r="50000" b="50000"/>
              </a:path>
              <a:tileRect/>
            </a:gra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4" name="Google Shape;34;p5"/>
            <p:cNvSpPr txBox="1"/>
            <p:nvPr/>
          </p:nvSpPr>
          <p:spPr>
            <a:xfrm>
              <a:off x="0" y="-47625"/>
              <a:ext cx="4498200" cy="24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35;p5"/>
          <p:cNvSpPr txBox="1"/>
          <p:nvPr/>
        </p:nvSpPr>
        <p:spPr>
          <a:xfrm>
            <a:off x="12846476" y="794707"/>
            <a:ext cx="32142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27" b="0" i="0" u="none" strike="noStrike" cap="non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01/02/2025</a:t>
            </a:r>
            <a:endParaRPr/>
          </a:p>
        </p:txBody>
      </p:sp>
      <p:cxnSp>
        <p:nvCxnSpPr>
          <p:cNvPr id="36" name="Google Shape;36;p5"/>
          <p:cNvCxnSpPr/>
          <p:nvPr/>
        </p:nvCxnSpPr>
        <p:spPr>
          <a:xfrm>
            <a:off x="16433739" y="1051882"/>
            <a:ext cx="9927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1132232" y="899475"/>
            <a:ext cx="124575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1620238" y="61080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1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773513" y="2688526"/>
            <a:ext cx="4313275" cy="397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6525" y="7179717"/>
            <a:ext cx="1217225" cy="1128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6"/>
          <p:cNvGrpSpPr/>
          <p:nvPr/>
        </p:nvGrpSpPr>
        <p:grpSpPr>
          <a:xfrm>
            <a:off x="604516" y="326658"/>
            <a:ext cx="17079216" cy="9453142"/>
            <a:chOff x="0" y="-47625"/>
            <a:chExt cx="4498200" cy="2489700"/>
          </a:xfrm>
        </p:grpSpPr>
        <p:sp>
          <p:nvSpPr>
            <p:cNvPr id="43" name="Google Shape;43;p6"/>
            <p:cNvSpPr/>
            <p:nvPr/>
          </p:nvSpPr>
          <p:spPr>
            <a:xfrm>
              <a:off x="0" y="0"/>
              <a:ext cx="4498165" cy="2442016"/>
            </a:xfrm>
            <a:custGeom>
              <a:avLst/>
              <a:gdLst/>
              <a:ahLst/>
              <a:cxnLst/>
              <a:rect l="l" t="t" r="r" b="b"/>
              <a:pathLst>
                <a:path w="4498165" h="2442016" extrusionOk="0">
                  <a:moveTo>
                    <a:pt x="0" y="0"/>
                  </a:moveTo>
                  <a:lnTo>
                    <a:pt x="4498165" y="0"/>
                  </a:lnTo>
                  <a:lnTo>
                    <a:pt x="4498165" y="2442016"/>
                  </a:lnTo>
                  <a:lnTo>
                    <a:pt x="0" y="2442016"/>
                  </a:lnTo>
                  <a:close/>
                </a:path>
              </a:pathLst>
            </a:custGeom>
            <a:gradFill>
              <a:gsLst>
                <a:gs pos="0">
                  <a:srgbClr val="16181B"/>
                </a:gs>
                <a:gs pos="100000">
                  <a:srgbClr val="333940"/>
                </a:gs>
              </a:gsLst>
              <a:path path="circle">
                <a:fillToRect l="50000" t="50000" r="50000" b="50000"/>
              </a:path>
              <a:tileRect/>
            </a:gra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4" name="Google Shape;44;p6"/>
            <p:cNvSpPr txBox="1"/>
            <p:nvPr/>
          </p:nvSpPr>
          <p:spPr>
            <a:xfrm>
              <a:off x="0" y="-47625"/>
              <a:ext cx="4498200" cy="24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6"/>
          <p:cNvSpPr txBox="1"/>
          <p:nvPr/>
        </p:nvSpPr>
        <p:spPr>
          <a:xfrm>
            <a:off x="12846476" y="794707"/>
            <a:ext cx="32142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27" b="0" i="0" u="none" strike="noStrike" cap="non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01/02/2025</a:t>
            </a:r>
            <a:endParaRPr/>
          </a:p>
        </p:txBody>
      </p:sp>
      <p:cxnSp>
        <p:nvCxnSpPr>
          <p:cNvPr id="46" name="Google Shape;46;p6"/>
          <p:cNvCxnSpPr/>
          <p:nvPr/>
        </p:nvCxnSpPr>
        <p:spPr>
          <a:xfrm>
            <a:off x="16433739" y="1051882"/>
            <a:ext cx="9927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1175100" y="1128075"/>
            <a:ext cx="12102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1"/>
          </p:nvPr>
        </p:nvSpPr>
        <p:spPr>
          <a:xfrm>
            <a:off x="2096875" y="4118275"/>
            <a:ext cx="65595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marL="914400" lvl="1" indent="-3619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marL="1371600" lvl="2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marL="1828800" lvl="3" indent="-3619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marL="2286000" lvl="4" indent="-3619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marL="2743200" lvl="5" indent="-3619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marL="3200400" lvl="6" indent="-3619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marL="3657600" lvl="7" indent="-3619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marL="4114800" lvl="8" indent="-3619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2"/>
          </p:nvPr>
        </p:nvSpPr>
        <p:spPr>
          <a:xfrm>
            <a:off x="7869492" y="4118275"/>
            <a:ext cx="65595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marL="914400" lvl="1" indent="-3619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marL="1371600" lvl="2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marL="1828800" lvl="3" indent="-3619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marL="2286000" lvl="4" indent="-3619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marL="2743200" lvl="5" indent="-3619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marL="3200400" lvl="6" indent="-3619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marL="3657600" lvl="7" indent="-3619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marL="4114800" lvl="8" indent="-3619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>
            <a:endParaRPr/>
          </a:p>
        </p:txBody>
      </p:sp>
      <p:pic>
        <p:nvPicPr>
          <p:cNvPr id="50" name="Google Shape;5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514675" y="1814425"/>
            <a:ext cx="1377950" cy="137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5876" y="8700849"/>
            <a:ext cx="1377950" cy="137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16274" y="7079001"/>
            <a:ext cx="4102976" cy="23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7"/>
          <p:cNvGrpSpPr/>
          <p:nvPr/>
        </p:nvGrpSpPr>
        <p:grpSpPr>
          <a:xfrm>
            <a:off x="604516" y="326658"/>
            <a:ext cx="17079216" cy="9453142"/>
            <a:chOff x="0" y="-47625"/>
            <a:chExt cx="4498200" cy="2489700"/>
          </a:xfrm>
        </p:grpSpPr>
        <p:sp>
          <p:nvSpPr>
            <p:cNvPr id="55" name="Google Shape;55;p7"/>
            <p:cNvSpPr/>
            <p:nvPr/>
          </p:nvSpPr>
          <p:spPr>
            <a:xfrm>
              <a:off x="0" y="0"/>
              <a:ext cx="4498165" cy="2442016"/>
            </a:xfrm>
            <a:custGeom>
              <a:avLst/>
              <a:gdLst/>
              <a:ahLst/>
              <a:cxnLst/>
              <a:rect l="l" t="t" r="r" b="b"/>
              <a:pathLst>
                <a:path w="4498165" h="2442016" extrusionOk="0">
                  <a:moveTo>
                    <a:pt x="0" y="0"/>
                  </a:moveTo>
                  <a:lnTo>
                    <a:pt x="4498165" y="0"/>
                  </a:lnTo>
                  <a:lnTo>
                    <a:pt x="4498165" y="2442016"/>
                  </a:lnTo>
                  <a:lnTo>
                    <a:pt x="0" y="2442016"/>
                  </a:lnTo>
                  <a:close/>
                </a:path>
              </a:pathLst>
            </a:custGeom>
            <a:gradFill>
              <a:gsLst>
                <a:gs pos="0">
                  <a:srgbClr val="16181B"/>
                </a:gs>
                <a:gs pos="100000">
                  <a:srgbClr val="333940"/>
                </a:gs>
              </a:gsLst>
              <a:path path="circle">
                <a:fillToRect l="50000" t="50000" r="50000" b="50000"/>
              </a:path>
              <a:tileRect/>
            </a:gra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56" name="Google Shape;56;p7"/>
            <p:cNvSpPr txBox="1"/>
            <p:nvPr/>
          </p:nvSpPr>
          <p:spPr>
            <a:xfrm>
              <a:off x="0" y="-47625"/>
              <a:ext cx="4498200" cy="24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" name="Google Shape;57;p7"/>
          <p:cNvSpPr txBox="1"/>
          <p:nvPr/>
        </p:nvSpPr>
        <p:spPr>
          <a:xfrm>
            <a:off x="12846476" y="794707"/>
            <a:ext cx="32142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27" b="0" i="0" u="none" strike="noStrike" cap="non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01/02/2025</a:t>
            </a:r>
            <a:endParaRPr/>
          </a:p>
        </p:txBody>
      </p:sp>
      <p:cxnSp>
        <p:nvCxnSpPr>
          <p:cNvPr id="58" name="Google Shape;58;p7"/>
          <p:cNvCxnSpPr/>
          <p:nvPr/>
        </p:nvCxnSpPr>
        <p:spPr>
          <a:xfrm>
            <a:off x="16433739" y="1051882"/>
            <a:ext cx="9927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989275" y="1128075"/>
            <a:ext cx="1219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1"/>
          </p:nvPr>
        </p:nvSpPr>
        <p:spPr>
          <a:xfrm>
            <a:off x="1218375" y="4341600"/>
            <a:ext cx="75492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marL="914400" lvl="1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marL="1371600" lvl="2" indent="-3619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marL="1828800" lvl="3" indent="-3619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marL="2286000" lvl="4" indent="-3619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marL="2743200" lvl="5" indent="-3619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marL="3200400" lvl="6" indent="-3619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marL="3657600" lvl="7" indent="-3619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marL="4114800" lvl="8" indent="-3619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2"/>
          </p:nvPr>
        </p:nvSpPr>
        <p:spPr>
          <a:xfrm>
            <a:off x="9043500" y="4341600"/>
            <a:ext cx="75522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marL="914400" lvl="1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marL="1371600" lvl="2" indent="-3619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marL="1828800" lvl="3" indent="-3619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marL="2286000" lvl="4" indent="-3619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marL="2743200" lvl="5" indent="-3619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marL="3200400" lvl="6" indent="-3619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marL="3657600" lvl="7" indent="-3619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marL="4114800" lvl="8" indent="-3619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8"/>
          <p:cNvGrpSpPr/>
          <p:nvPr/>
        </p:nvGrpSpPr>
        <p:grpSpPr>
          <a:xfrm>
            <a:off x="604516" y="326658"/>
            <a:ext cx="17079216" cy="9453142"/>
            <a:chOff x="0" y="-47625"/>
            <a:chExt cx="4498200" cy="2489700"/>
          </a:xfrm>
        </p:grpSpPr>
        <p:sp>
          <p:nvSpPr>
            <p:cNvPr id="64" name="Google Shape;64;p8"/>
            <p:cNvSpPr/>
            <p:nvPr/>
          </p:nvSpPr>
          <p:spPr>
            <a:xfrm>
              <a:off x="0" y="0"/>
              <a:ext cx="4498165" cy="2442016"/>
            </a:xfrm>
            <a:custGeom>
              <a:avLst/>
              <a:gdLst/>
              <a:ahLst/>
              <a:cxnLst/>
              <a:rect l="l" t="t" r="r" b="b"/>
              <a:pathLst>
                <a:path w="4498165" h="2442016" extrusionOk="0">
                  <a:moveTo>
                    <a:pt x="0" y="0"/>
                  </a:moveTo>
                  <a:lnTo>
                    <a:pt x="4498165" y="0"/>
                  </a:lnTo>
                  <a:lnTo>
                    <a:pt x="4498165" y="2442016"/>
                  </a:lnTo>
                  <a:lnTo>
                    <a:pt x="0" y="2442016"/>
                  </a:lnTo>
                  <a:close/>
                </a:path>
              </a:pathLst>
            </a:custGeom>
            <a:gradFill>
              <a:gsLst>
                <a:gs pos="0">
                  <a:srgbClr val="16181B"/>
                </a:gs>
                <a:gs pos="100000">
                  <a:srgbClr val="333940"/>
                </a:gs>
              </a:gsLst>
              <a:path path="circle">
                <a:fillToRect l="50000" t="50000" r="50000" b="50000"/>
              </a:path>
              <a:tileRect/>
            </a:gra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65" name="Google Shape;65;p8"/>
            <p:cNvSpPr txBox="1"/>
            <p:nvPr/>
          </p:nvSpPr>
          <p:spPr>
            <a:xfrm>
              <a:off x="0" y="-47625"/>
              <a:ext cx="4498200" cy="24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1003775" y="1204275"/>
            <a:ext cx="13054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/>
          <p:nvPr/>
        </p:nvSpPr>
        <p:spPr>
          <a:xfrm>
            <a:off x="12846476" y="794707"/>
            <a:ext cx="32142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27" b="0" i="0" u="none" strike="noStrike" cap="non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01/02/2025</a:t>
            </a:r>
            <a:endParaRPr/>
          </a:p>
        </p:txBody>
      </p:sp>
      <p:cxnSp>
        <p:nvCxnSpPr>
          <p:cNvPr id="68" name="Google Shape;68;p8"/>
          <p:cNvCxnSpPr/>
          <p:nvPr/>
        </p:nvCxnSpPr>
        <p:spPr>
          <a:xfrm>
            <a:off x="16433739" y="1051882"/>
            <a:ext cx="9927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9" name="Google Shape;69;p8"/>
          <p:cNvSpPr txBox="1">
            <a:spLocks noGrp="1"/>
          </p:cNvSpPr>
          <p:nvPr>
            <p:ph type="body" idx="1"/>
          </p:nvPr>
        </p:nvSpPr>
        <p:spPr>
          <a:xfrm>
            <a:off x="1218375" y="4341600"/>
            <a:ext cx="75492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marL="914400" lvl="1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marL="1371600" lvl="2" indent="-3619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marL="1828800" lvl="3" indent="-3619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marL="2286000" lvl="4" indent="-3619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marL="2743200" lvl="5" indent="-3619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marL="3200400" lvl="6" indent="-3619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marL="3657600" lvl="7" indent="-3619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marL="4114800" lvl="8" indent="-3619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>
            <a:endParaRPr/>
          </a:p>
        </p:txBody>
      </p:sp>
      <p:pic>
        <p:nvPicPr>
          <p:cNvPr id="70" name="Google Shape;7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635825" y="3737975"/>
            <a:ext cx="7747674" cy="761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8400" y="2325442"/>
            <a:ext cx="1644925" cy="1513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1532" y="7622690"/>
            <a:ext cx="1644925" cy="1722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9"/>
          <p:cNvGrpSpPr/>
          <p:nvPr/>
        </p:nvGrpSpPr>
        <p:grpSpPr>
          <a:xfrm>
            <a:off x="604516" y="326658"/>
            <a:ext cx="17079216" cy="9453142"/>
            <a:chOff x="0" y="-47625"/>
            <a:chExt cx="4498200" cy="2489700"/>
          </a:xfrm>
        </p:grpSpPr>
        <p:sp>
          <p:nvSpPr>
            <p:cNvPr id="75" name="Google Shape;75;p9"/>
            <p:cNvSpPr/>
            <p:nvPr/>
          </p:nvSpPr>
          <p:spPr>
            <a:xfrm>
              <a:off x="0" y="0"/>
              <a:ext cx="4498165" cy="2442016"/>
            </a:xfrm>
            <a:custGeom>
              <a:avLst/>
              <a:gdLst/>
              <a:ahLst/>
              <a:cxnLst/>
              <a:rect l="l" t="t" r="r" b="b"/>
              <a:pathLst>
                <a:path w="4498165" h="2442016" extrusionOk="0">
                  <a:moveTo>
                    <a:pt x="0" y="0"/>
                  </a:moveTo>
                  <a:lnTo>
                    <a:pt x="4498165" y="0"/>
                  </a:lnTo>
                  <a:lnTo>
                    <a:pt x="4498165" y="2442016"/>
                  </a:lnTo>
                  <a:lnTo>
                    <a:pt x="0" y="2442016"/>
                  </a:lnTo>
                  <a:close/>
                </a:path>
              </a:pathLst>
            </a:custGeom>
            <a:gradFill>
              <a:gsLst>
                <a:gs pos="0">
                  <a:srgbClr val="16181B"/>
                </a:gs>
                <a:gs pos="100000">
                  <a:srgbClr val="333940"/>
                </a:gs>
              </a:gsLst>
              <a:path path="circle">
                <a:fillToRect l="50000" t="50000" r="50000" b="50000"/>
              </a:path>
              <a:tileRect/>
            </a:gra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76" name="Google Shape;76;p9"/>
            <p:cNvSpPr txBox="1"/>
            <p:nvPr/>
          </p:nvSpPr>
          <p:spPr>
            <a:xfrm>
              <a:off x="0" y="-47625"/>
              <a:ext cx="4498200" cy="24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9"/>
          <p:cNvSpPr txBox="1"/>
          <p:nvPr/>
        </p:nvSpPr>
        <p:spPr>
          <a:xfrm>
            <a:off x="12846476" y="794707"/>
            <a:ext cx="32142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27" b="0" i="0" u="none" strike="noStrike" cap="non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01/02/2025</a:t>
            </a:r>
            <a:endParaRPr/>
          </a:p>
        </p:txBody>
      </p:sp>
      <p:cxnSp>
        <p:nvCxnSpPr>
          <p:cNvPr id="78" name="Google Shape;78;p9"/>
          <p:cNvCxnSpPr/>
          <p:nvPr/>
        </p:nvCxnSpPr>
        <p:spPr>
          <a:xfrm>
            <a:off x="16433739" y="1051882"/>
            <a:ext cx="9927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9" name="Google Shape;79;p9"/>
          <p:cNvSpPr txBox="1">
            <a:spLocks noGrp="1"/>
          </p:cNvSpPr>
          <p:nvPr>
            <p:ph type="title"/>
          </p:nvPr>
        </p:nvSpPr>
        <p:spPr>
          <a:xfrm>
            <a:off x="1017625" y="1698000"/>
            <a:ext cx="112587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1"/>
          </p:nvPr>
        </p:nvSpPr>
        <p:spPr>
          <a:xfrm>
            <a:off x="7091163" y="4120100"/>
            <a:ext cx="7805100" cy="42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marL="914400" lvl="1" indent="-3619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marL="1371600" lvl="2" indent="-3619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marL="1828800" lvl="3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marL="2286000" lvl="4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marL="2743200" lvl="5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marL="3200400" lvl="6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marL="3657600" lvl="7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marL="4114800" lvl="8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body" idx="2"/>
          </p:nvPr>
        </p:nvSpPr>
        <p:spPr>
          <a:xfrm>
            <a:off x="1557113" y="4460677"/>
            <a:ext cx="57996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154108" y="2156300"/>
            <a:ext cx="6334544" cy="6802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58696" y="8037605"/>
            <a:ext cx="1260200" cy="1138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86221" y="2056361"/>
            <a:ext cx="1644900" cy="1676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0"/>
          <p:cNvGrpSpPr/>
          <p:nvPr/>
        </p:nvGrpSpPr>
        <p:grpSpPr>
          <a:xfrm>
            <a:off x="604516" y="326658"/>
            <a:ext cx="17079216" cy="9453142"/>
            <a:chOff x="0" y="-47625"/>
            <a:chExt cx="4498200" cy="2489700"/>
          </a:xfrm>
        </p:grpSpPr>
        <p:sp>
          <p:nvSpPr>
            <p:cNvPr id="87" name="Google Shape;87;p10"/>
            <p:cNvSpPr/>
            <p:nvPr/>
          </p:nvSpPr>
          <p:spPr>
            <a:xfrm>
              <a:off x="0" y="0"/>
              <a:ext cx="4498165" cy="2442016"/>
            </a:xfrm>
            <a:custGeom>
              <a:avLst/>
              <a:gdLst/>
              <a:ahLst/>
              <a:cxnLst/>
              <a:rect l="l" t="t" r="r" b="b"/>
              <a:pathLst>
                <a:path w="4498165" h="2442016" extrusionOk="0">
                  <a:moveTo>
                    <a:pt x="0" y="0"/>
                  </a:moveTo>
                  <a:lnTo>
                    <a:pt x="4498165" y="0"/>
                  </a:lnTo>
                  <a:lnTo>
                    <a:pt x="4498165" y="2442016"/>
                  </a:lnTo>
                  <a:lnTo>
                    <a:pt x="0" y="2442016"/>
                  </a:lnTo>
                  <a:close/>
                </a:path>
              </a:pathLst>
            </a:custGeom>
            <a:gradFill>
              <a:gsLst>
                <a:gs pos="0">
                  <a:srgbClr val="16181B"/>
                </a:gs>
                <a:gs pos="100000">
                  <a:srgbClr val="333940"/>
                </a:gs>
              </a:gsLst>
              <a:path path="circle">
                <a:fillToRect l="50000" t="50000" r="50000" b="50000"/>
              </a:path>
              <a:tileRect/>
            </a:gra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8" name="Google Shape;88;p10"/>
            <p:cNvSpPr txBox="1"/>
            <p:nvPr/>
          </p:nvSpPr>
          <p:spPr>
            <a:xfrm>
              <a:off x="0" y="-47625"/>
              <a:ext cx="4498200" cy="24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0"/>
          <p:cNvSpPr txBox="1"/>
          <p:nvPr/>
        </p:nvSpPr>
        <p:spPr>
          <a:xfrm>
            <a:off x="12846476" y="794707"/>
            <a:ext cx="32142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27" b="0" i="0" u="none" strike="noStrike" cap="none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01/02/2025</a:t>
            </a:r>
            <a:endParaRPr/>
          </a:p>
        </p:txBody>
      </p:sp>
      <p:cxnSp>
        <p:nvCxnSpPr>
          <p:cNvPr id="90" name="Google Shape;90;p10"/>
          <p:cNvCxnSpPr/>
          <p:nvPr/>
        </p:nvCxnSpPr>
        <p:spPr>
          <a:xfrm>
            <a:off x="16433739" y="1051882"/>
            <a:ext cx="9927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1" name="Google Shape;91;p10"/>
          <p:cNvSpPr txBox="1">
            <a:spLocks noGrp="1"/>
          </p:cNvSpPr>
          <p:nvPr>
            <p:ph type="title"/>
          </p:nvPr>
        </p:nvSpPr>
        <p:spPr>
          <a:xfrm>
            <a:off x="1343350" y="2438700"/>
            <a:ext cx="124611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0"/>
              <a:buFont typeface="Russo One"/>
              <a:buNone/>
              <a:defRPr sz="7000"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endParaRPr/>
          </a:p>
        </p:txBody>
      </p:sp>
      <p:sp>
        <p:nvSpPr>
          <p:cNvPr id="92" name="Google Shape;92;p10"/>
          <p:cNvSpPr>
            <a:spLocks noGrp="1"/>
          </p:cNvSpPr>
          <p:nvPr>
            <p:ph type="pic" idx="2"/>
          </p:nvPr>
        </p:nvSpPr>
        <p:spPr>
          <a:xfrm>
            <a:off x="2319538" y="3946400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0"/>
          <p:cNvSpPr txBox="1">
            <a:spLocks noGrp="1"/>
          </p:cNvSpPr>
          <p:nvPr>
            <p:ph type="body" idx="1"/>
          </p:nvPr>
        </p:nvSpPr>
        <p:spPr>
          <a:xfrm>
            <a:off x="10029663" y="42966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9pPr>
          </a:lstStyle>
          <a:p>
            <a:endParaRPr/>
          </a:p>
        </p:txBody>
      </p:sp>
      <p:pic>
        <p:nvPicPr>
          <p:cNvPr id="94" name="Google Shape;9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623600" y="5580152"/>
            <a:ext cx="2752000" cy="2825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8797" y="2438700"/>
            <a:ext cx="843516" cy="7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69525" y="1231125"/>
            <a:ext cx="13503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Russo One"/>
              <a:buNone/>
              <a:defRPr sz="7000" i="0" u="none" strike="noStrike" cap="none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626350" y="4196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usso One"/>
              <a:buChar char="•"/>
              <a:defRPr sz="2100" i="0" u="none" strike="noStrike" cap="none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marL="914400" marR="0" lvl="1" indent="-36195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usso One"/>
              <a:buChar char="–"/>
              <a:defRPr sz="2100" i="0" u="none" strike="noStrike" cap="none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marL="1371600" marR="0" lvl="2" indent="-36195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usso One"/>
              <a:buChar char="•"/>
              <a:defRPr sz="2100" i="0" u="none" strike="noStrike" cap="none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marL="1828800" marR="0" lvl="3" indent="-3619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usso One"/>
              <a:buChar char="–"/>
              <a:defRPr sz="2100" i="0" u="none" strike="noStrike" cap="none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usso One"/>
              <a:buChar char="»"/>
              <a:defRPr sz="2100" i="0" u="none" strike="noStrike" cap="none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marL="2743200" marR="0" lvl="5" indent="-3619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usso One"/>
              <a:buChar char="•"/>
              <a:defRPr sz="2100" i="0" u="none" strike="noStrike" cap="none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marL="3200400" marR="0" lvl="6" indent="-3619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usso One"/>
              <a:buChar char="•"/>
              <a:defRPr sz="2100" i="0" u="none" strike="noStrike" cap="none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marL="3657600" marR="0" lvl="7" indent="-3619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usso One"/>
              <a:buChar char="•"/>
              <a:defRPr sz="2100" i="0" u="none" strike="noStrike" cap="none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marL="4114800" marR="0" lvl="8" indent="-36195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usso One"/>
              <a:buChar char="•"/>
              <a:defRPr sz="2100" i="0" u="none" strike="noStrike" cap="none">
                <a:solidFill>
                  <a:schemeClr val="l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940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1"/>
          <p:cNvGrpSpPr/>
          <p:nvPr/>
        </p:nvGrpSpPr>
        <p:grpSpPr>
          <a:xfrm>
            <a:off x="631171" y="284428"/>
            <a:ext cx="17078972" cy="9452856"/>
            <a:chOff x="0" y="-47625"/>
            <a:chExt cx="4498165" cy="2489641"/>
          </a:xfrm>
        </p:grpSpPr>
        <p:sp>
          <p:nvSpPr>
            <p:cNvPr id="101" name="Google Shape;101;p11"/>
            <p:cNvSpPr/>
            <p:nvPr/>
          </p:nvSpPr>
          <p:spPr>
            <a:xfrm>
              <a:off x="0" y="0"/>
              <a:ext cx="4498165" cy="2442016"/>
            </a:xfrm>
            <a:custGeom>
              <a:avLst/>
              <a:gdLst/>
              <a:ahLst/>
              <a:cxnLst/>
              <a:rect l="l" t="t" r="r" b="b"/>
              <a:pathLst>
                <a:path w="4498165" h="2442016" extrusionOk="0">
                  <a:moveTo>
                    <a:pt x="0" y="0"/>
                  </a:moveTo>
                  <a:lnTo>
                    <a:pt x="4498165" y="0"/>
                  </a:lnTo>
                  <a:lnTo>
                    <a:pt x="4498165" y="2442016"/>
                  </a:lnTo>
                  <a:lnTo>
                    <a:pt x="0" y="2442016"/>
                  </a:lnTo>
                  <a:close/>
                </a:path>
              </a:pathLst>
            </a:custGeom>
            <a:gradFill>
              <a:gsLst>
                <a:gs pos="0">
                  <a:srgbClr val="16181B"/>
                </a:gs>
                <a:gs pos="100000">
                  <a:srgbClr val="333940"/>
                </a:gs>
              </a:gsLst>
              <a:path path="circle">
                <a:fillToRect r="100000" b="100000"/>
              </a:path>
              <a:tileRect l="-100000" t="-100000"/>
            </a:gra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Google Shape;102;p11"/>
            <p:cNvSpPr txBox="1"/>
            <p:nvPr/>
          </p:nvSpPr>
          <p:spPr>
            <a:xfrm>
              <a:off x="0" y="-47625"/>
              <a:ext cx="4498164" cy="24896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[</a:t>
              </a:r>
              <a:endParaRPr/>
            </a:p>
          </p:txBody>
        </p:sp>
      </p:grpSp>
      <p:pic>
        <p:nvPicPr>
          <p:cNvPr id="103" name="Google Shape;10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167" y="500751"/>
            <a:ext cx="17079076" cy="92733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11"/>
          <p:cNvGrpSpPr/>
          <p:nvPr/>
        </p:nvGrpSpPr>
        <p:grpSpPr>
          <a:xfrm>
            <a:off x="4218038" y="5826559"/>
            <a:ext cx="10090447" cy="2762358"/>
            <a:chOff x="0" y="0"/>
            <a:chExt cx="13284295" cy="2627416"/>
          </a:xfrm>
        </p:grpSpPr>
        <p:cxnSp>
          <p:nvCxnSpPr>
            <p:cNvPr id="105" name="Google Shape;105;p11"/>
            <p:cNvCxnSpPr/>
            <p:nvPr/>
          </p:nvCxnSpPr>
          <p:spPr>
            <a:xfrm>
              <a:off x="110401" y="102111"/>
              <a:ext cx="13076193" cy="0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" name="Google Shape;106;p11"/>
            <p:cNvCxnSpPr/>
            <p:nvPr/>
          </p:nvCxnSpPr>
          <p:spPr>
            <a:xfrm rot="10800000">
              <a:off x="13199294" y="102111"/>
              <a:ext cx="0" cy="2427604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" name="Google Shape;107;p11"/>
            <p:cNvCxnSpPr/>
            <p:nvPr/>
          </p:nvCxnSpPr>
          <p:spPr>
            <a:xfrm>
              <a:off x="110401" y="2517015"/>
              <a:ext cx="13076193" cy="0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8" name="Google Shape;108;p11"/>
            <p:cNvCxnSpPr/>
            <p:nvPr/>
          </p:nvCxnSpPr>
          <p:spPr>
            <a:xfrm rot="10800000">
              <a:off x="97701" y="102111"/>
              <a:ext cx="0" cy="2427604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09" name="Google Shape;109;p11"/>
            <p:cNvGrpSpPr/>
            <p:nvPr/>
          </p:nvGrpSpPr>
          <p:grpSpPr>
            <a:xfrm>
              <a:off x="0" y="0"/>
              <a:ext cx="195402" cy="195402"/>
              <a:chOff x="0" y="0"/>
              <a:chExt cx="812800" cy="812800"/>
            </a:xfrm>
          </p:grpSpPr>
          <p:sp>
            <p:nvSpPr>
              <p:cNvPr id="110" name="Google Shape;110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" name="Google Shape;112;p11"/>
            <p:cNvGrpSpPr/>
            <p:nvPr/>
          </p:nvGrpSpPr>
          <p:grpSpPr>
            <a:xfrm>
              <a:off x="0" y="2432014"/>
              <a:ext cx="195402" cy="195402"/>
              <a:chOff x="0" y="0"/>
              <a:chExt cx="812800" cy="812800"/>
            </a:xfrm>
          </p:grpSpPr>
          <p:sp>
            <p:nvSpPr>
              <p:cNvPr id="113" name="Google Shape;113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5" name="Google Shape;115;p11"/>
            <p:cNvGrpSpPr/>
            <p:nvPr/>
          </p:nvGrpSpPr>
          <p:grpSpPr>
            <a:xfrm>
              <a:off x="13088893" y="0"/>
              <a:ext cx="195402" cy="195402"/>
              <a:chOff x="0" y="0"/>
              <a:chExt cx="812800" cy="812800"/>
            </a:xfrm>
          </p:grpSpPr>
          <p:sp>
            <p:nvSpPr>
              <p:cNvPr id="116" name="Google Shape;116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11"/>
            <p:cNvGrpSpPr/>
            <p:nvPr/>
          </p:nvGrpSpPr>
          <p:grpSpPr>
            <a:xfrm>
              <a:off x="13088893" y="2432014"/>
              <a:ext cx="195402" cy="195402"/>
              <a:chOff x="0" y="0"/>
              <a:chExt cx="812800" cy="812800"/>
            </a:xfrm>
          </p:grpSpPr>
          <p:sp>
            <p:nvSpPr>
              <p:cNvPr id="119" name="Google Shape;119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1" name="Google Shape;121;p11"/>
          <p:cNvSpPr txBox="1"/>
          <p:nvPr/>
        </p:nvSpPr>
        <p:spPr>
          <a:xfrm>
            <a:off x="3053609" y="2720083"/>
            <a:ext cx="12058373" cy="1999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IN" sz="11300" dirty="0" err="1">
                <a:solidFill>
                  <a:schemeClr val="bg1"/>
                </a:solidFill>
                <a:latin typeface="Russo One" panose="020B0604020202020204" charset="0"/>
              </a:rPr>
              <a:t>CareerPath</a:t>
            </a:r>
            <a:r>
              <a:rPr lang="en-IN" sz="11300" dirty="0">
                <a:solidFill>
                  <a:schemeClr val="bg1"/>
                </a:solidFill>
                <a:latin typeface="Russo One" panose="020B0604020202020204" charset="0"/>
              </a:rPr>
              <a:t> AI</a:t>
            </a:r>
            <a:endParaRPr dirty="0"/>
          </a:p>
        </p:txBody>
      </p:sp>
      <p:grpSp>
        <p:nvGrpSpPr>
          <p:cNvPr id="122" name="Google Shape;122;p11"/>
          <p:cNvGrpSpPr/>
          <p:nvPr/>
        </p:nvGrpSpPr>
        <p:grpSpPr>
          <a:xfrm>
            <a:off x="12873131" y="754856"/>
            <a:ext cx="4580074" cy="258532"/>
            <a:chOff x="0" y="-9525"/>
            <a:chExt cx="6106765" cy="344709"/>
          </a:xfrm>
        </p:grpSpPr>
        <p:sp>
          <p:nvSpPr>
            <p:cNvPr id="123" name="Google Shape;123;p11"/>
            <p:cNvSpPr txBox="1"/>
            <p:nvPr/>
          </p:nvSpPr>
          <p:spPr>
            <a:xfrm>
              <a:off x="0" y="-9525"/>
              <a:ext cx="4285424" cy="344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124" name="Google Shape;124;p11"/>
            <p:cNvCxnSpPr/>
            <p:nvPr/>
          </p:nvCxnSpPr>
          <p:spPr>
            <a:xfrm>
              <a:off x="4783017" y="330200"/>
              <a:ext cx="1323748" cy="0"/>
            </a:xfrm>
            <a:prstGeom prst="straightConnector1">
              <a:avLst/>
            </a:prstGeom>
            <a:noFill/>
            <a:ln w="50800" cap="flat" cmpd="sng">
              <a:solidFill>
                <a:srgbClr val="FFFFFF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pic>
        <p:nvPicPr>
          <p:cNvPr id="125" name="Google Shape;12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38696" y="-779175"/>
            <a:ext cx="4478351" cy="460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2100" y="7333444"/>
            <a:ext cx="1543550" cy="1744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905621" y="2130321"/>
            <a:ext cx="1739200" cy="1544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066321" y="6878046"/>
            <a:ext cx="4209024" cy="432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F81C6C-ECC6-584B-C27F-5E7A4E7B069A}"/>
              </a:ext>
            </a:extLst>
          </p:cNvPr>
          <p:cNvSpPr txBox="1"/>
          <p:nvPr/>
        </p:nvSpPr>
        <p:spPr>
          <a:xfrm>
            <a:off x="4565090" y="6200749"/>
            <a:ext cx="985929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Russo One" panose="020B0604020202020204" charset="0"/>
              </a:rPr>
              <a:t>AI‑Powered Career Readiness &amp; Skill Gap Analysis Platform</a:t>
            </a:r>
          </a:p>
          <a:p>
            <a:r>
              <a:rPr lang="en-US" sz="2800" dirty="0">
                <a:solidFill>
                  <a:schemeClr val="bg1"/>
                </a:solidFill>
                <a:latin typeface="Russo One" panose="020B0604020202020204" charset="0"/>
              </a:rPr>
              <a:t>Presenter: </a:t>
            </a:r>
            <a:r>
              <a:rPr lang="en-US" sz="2800" dirty="0" err="1">
                <a:solidFill>
                  <a:schemeClr val="bg1"/>
                </a:solidFill>
                <a:latin typeface="Russo One" panose="020B0604020202020204" charset="0"/>
              </a:rPr>
              <a:t>Sharveswar</a:t>
            </a:r>
            <a:r>
              <a:rPr lang="en-US" sz="2800" dirty="0">
                <a:solidFill>
                  <a:schemeClr val="bg1"/>
                </a:solidFill>
                <a:latin typeface="Russo One" panose="020B0604020202020204" charset="0"/>
              </a:rPr>
              <a:t> M</a:t>
            </a:r>
          </a:p>
          <a:p>
            <a:r>
              <a:rPr lang="en-US" sz="2800" dirty="0">
                <a:solidFill>
                  <a:schemeClr val="bg1"/>
                </a:solidFill>
                <a:latin typeface="Russo One" panose="020B0604020202020204" charset="0"/>
              </a:rPr>
              <a:t>Department of Computing Technologies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DA829A-E073-F772-FD19-5E59A3C4AE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6379" y="4900886"/>
            <a:ext cx="1313312" cy="3644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940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3"/>
          <p:cNvGrpSpPr/>
          <p:nvPr/>
        </p:nvGrpSpPr>
        <p:grpSpPr>
          <a:xfrm>
            <a:off x="604516" y="326659"/>
            <a:ext cx="17078972" cy="9452856"/>
            <a:chOff x="0" y="-47625"/>
            <a:chExt cx="4498165" cy="2489641"/>
          </a:xfrm>
        </p:grpSpPr>
        <p:sp>
          <p:nvSpPr>
            <p:cNvPr id="223" name="Google Shape;223;p13"/>
            <p:cNvSpPr/>
            <p:nvPr/>
          </p:nvSpPr>
          <p:spPr>
            <a:xfrm>
              <a:off x="0" y="0"/>
              <a:ext cx="4498165" cy="2442016"/>
            </a:xfrm>
            <a:custGeom>
              <a:avLst/>
              <a:gdLst/>
              <a:ahLst/>
              <a:cxnLst/>
              <a:rect l="l" t="t" r="r" b="b"/>
              <a:pathLst>
                <a:path w="4498165" h="2442016" extrusionOk="0">
                  <a:moveTo>
                    <a:pt x="0" y="0"/>
                  </a:moveTo>
                  <a:lnTo>
                    <a:pt x="4498165" y="0"/>
                  </a:lnTo>
                  <a:lnTo>
                    <a:pt x="4498165" y="2442016"/>
                  </a:lnTo>
                  <a:lnTo>
                    <a:pt x="0" y="2442016"/>
                  </a:lnTo>
                  <a:close/>
                </a:path>
              </a:pathLst>
            </a:custGeom>
            <a:gradFill>
              <a:gsLst>
                <a:gs pos="0">
                  <a:srgbClr val="16181B"/>
                </a:gs>
                <a:gs pos="100000">
                  <a:srgbClr val="333940"/>
                </a:gs>
              </a:gsLst>
              <a:path path="circle">
                <a:fillToRect l="50000" t="50000" r="50000" b="50000"/>
              </a:path>
              <a:tileRect/>
            </a:gra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" name="Google Shape;224;p13"/>
            <p:cNvSpPr txBox="1"/>
            <p:nvPr/>
          </p:nvSpPr>
          <p:spPr>
            <a:xfrm>
              <a:off x="0" y="-47625"/>
              <a:ext cx="4498164" cy="24896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13"/>
          <p:cNvSpPr txBox="1"/>
          <p:nvPr/>
        </p:nvSpPr>
        <p:spPr>
          <a:xfrm>
            <a:off x="1571754" y="3519745"/>
            <a:ext cx="8176930" cy="3619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Existing platforms provide generic recommendations</a:t>
            </a:r>
          </a:p>
          <a:p>
            <a:pPr marL="342900" lvl="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personalized skill gap analysis</a:t>
            </a:r>
          </a:p>
          <a:p>
            <a:pPr marL="342900" lvl="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Limited integration between learning and job preparation</a:t>
            </a:r>
          </a:p>
          <a:p>
            <a:pPr marL="342900" lvl="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Students lack data‑driven career insights</a:t>
            </a: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7" name="Google Shape;227;p13"/>
          <p:cNvCxnSpPr/>
          <p:nvPr/>
        </p:nvCxnSpPr>
        <p:spPr>
          <a:xfrm>
            <a:off x="16433739" y="1051882"/>
            <a:ext cx="992811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228" name="Google Shape;228;p13"/>
          <p:cNvGrpSpPr/>
          <p:nvPr/>
        </p:nvGrpSpPr>
        <p:grpSpPr>
          <a:xfrm>
            <a:off x="1168850" y="1658921"/>
            <a:ext cx="9656465" cy="1452189"/>
            <a:chOff x="0" y="0"/>
            <a:chExt cx="10374637" cy="1936252"/>
          </a:xfrm>
        </p:grpSpPr>
        <p:cxnSp>
          <p:nvCxnSpPr>
            <p:cNvPr id="229" name="Google Shape;229;p13"/>
            <p:cNvCxnSpPr/>
            <p:nvPr/>
          </p:nvCxnSpPr>
          <p:spPr>
            <a:xfrm>
              <a:off x="86220" y="75250"/>
              <a:ext cx="10212115" cy="0"/>
            </a:xfrm>
            <a:prstGeom prst="straightConnector1">
              <a:avLst/>
            </a:pr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0" name="Google Shape;230;p13"/>
            <p:cNvCxnSpPr/>
            <p:nvPr/>
          </p:nvCxnSpPr>
          <p:spPr>
            <a:xfrm rot="10800000">
              <a:off x="10308254" y="75250"/>
              <a:ext cx="0" cy="1789002"/>
            </a:xfrm>
            <a:prstGeom prst="straightConnector1">
              <a:avLst/>
            </a:pr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1" name="Google Shape;231;p13"/>
            <p:cNvCxnSpPr/>
            <p:nvPr/>
          </p:nvCxnSpPr>
          <p:spPr>
            <a:xfrm>
              <a:off x="86220" y="1854893"/>
              <a:ext cx="10212115" cy="0"/>
            </a:xfrm>
            <a:prstGeom prst="straightConnector1">
              <a:avLst/>
            </a:pr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2" name="Google Shape;232;p13"/>
            <p:cNvCxnSpPr/>
            <p:nvPr/>
          </p:nvCxnSpPr>
          <p:spPr>
            <a:xfrm rot="10800000">
              <a:off x="76302" y="75250"/>
              <a:ext cx="0" cy="1789002"/>
            </a:xfrm>
            <a:prstGeom prst="straightConnector1">
              <a:avLst/>
            </a:pr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3" name="Google Shape;233;p13"/>
            <p:cNvGrpSpPr/>
            <p:nvPr/>
          </p:nvGrpSpPr>
          <p:grpSpPr>
            <a:xfrm>
              <a:off x="0" y="0"/>
              <a:ext cx="152603" cy="144000"/>
              <a:chOff x="0" y="0"/>
              <a:chExt cx="861361" cy="812800"/>
            </a:xfrm>
          </p:grpSpPr>
          <p:sp>
            <p:nvSpPr>
              <p:cNvPr id="234" name="Google Shape;234;p13"/>
              <p:cNvSpPr/>
              <p:nvPr/>
            </p:nvSpPr>
            <p:spPr>
              <a:xfrm>
                <a:off x="0" y="0"/>
                <a:ext cx="86136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61361" h="812800" extrusionOk="0">
                    <a:moveTo>
                      <a:pt x="430680" y="0"/>
                    </a:moveTo>
                    <a:cubicBezTo>
                      <a:pt x="192822" y="0"/>
                      <a:pt x="0" y="181951"/>
                      <a:pt x="0" y="406400"/>
                    </a:cubicBezTo>
                    <a:cubicBezTo>
                      <a:pt x="0" y="630849"/>
                      <a:pt x="192822" y="812800"/>
                      <a:pt x="430680" y="812800"/>
                    </a:cubicBezTo>
                    <a:cubicBezTo>
                      <a:pt x="668539" y="812800"/>
                      <a:pt x="861361" y="630849"/>
                      <a:pt x="861361" y="406400"/>
                    </a:cubicBezTo>
                    <a:cubicBezTo>
                      <a:pt x="861361" y="181951"/>
                      <a:pt x="668539" y="0"/>
                      <a:pt x="4306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3"/>
              <p:cNvSpPr txBox="1"/>
              <p:nvPr/>
            </p:nvSpPr>
            <p:spPr>
              <a:xfrm>
                <a:off x="80753" y="28575"/>
                <a:ext cx="699856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13"/>
            <p:cNvGrpSpPr/>
            <p:nvPr/>
          </p:nvGrpSpPr>
          <p:grpSpPr>
            <a:xfrm>
              <a:off x="0" y="1792252"/>
              <a:ext cx="152603" cy="144000"/>
              <a:chOff x="0" y="0"/>
              <a:chExt cx="861361" cy="812800"/>
            </a:xfrm>
          </p:grpSpPr>
          <p:sp>
            <p:nvSpPr>
              <p:cNvPr id="237" name="Google Shape;237;p13"/>
              <p:cNvSpPr/>
              <p:nvPr/>
            </p:nvSpPr>
            <p:spPr>
              <a:xfrm>
                <a:off x="0" y="0"/>
                <a:ext cx="86136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61361" h="812800" extrusionOk="0">
                    <a:moveTo>
                      <a:pt x="430680" y="0"/>
                    </a:moveTo>
                    <a:cubicBezTo>
                      <a:pt x="192822" y="0"/>
                      <a:pt x="0" y="181951"/>
                      <a:pt x="0" y="406400"/>
                    </a:cubicBezTo>
                    <a:cubicBezTo>
                      <a:pt x="0" y="630849"/>
                      <a:pt x="192822" y="812800"/>
                      <a:pt x="430680" y="812800"/>
                    </a:cubicBezTo>
                    <a:cubicBezTo>
                      <a:pt x="668539" y="812800"/>
                      <a:pt x="861361" y="630849"/>
                      <a:pt x="861361" y="406400"/>
                    </a:cubicBezTo>
                    <a:cubicBezTo>
                      <a:pt x="861361" y="181951"/>
                      <a:pt x="668539" y="0"/>
                      <a:pt x="4306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3"/>
              <p:cNvSpPr txBox="1"/>
              <p:nvPr/>
            </p:nvSpPr>
            <p:spPr>
              <a:xfrm>
                <a:off x="80753" y="28575"/>
                <a:ext cx="699856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13"/>
            <p:cNvGrpSpPr/>
            <p:nvPr/>
          </p:nvGrpSpPr>
          <p:grpSpPr>
            <a:xfrm>
              <a:off x="10222034" y="0"/>
              <a:ext cx="152603" cy="144000"/>
              <a:chOff x="0" y="0"/>
              <a:chExt cx="861361" cy="812800"/>
            </a:xfrm>
          </p:grpSpPr>
          <p:sp>
            <p:nvSpPr>
              <p:cNvPr id="240" name="Google Shape;240;p13"/>
              <p:cNvSpPr/>
              <p:nvPr/>
            </p:nvSpPr>
            <p:spPr>
              <a:xfrm>
                <a:off x="0" y="0"/>
                <a:ext cx="86136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61361" h="812800" extrusionOk="0">
                    <a:moveTo>
                      <a:pt x="430680" y="0"/>
                    </a:moveTo>
                    <a:cubicBezTo>
                      <a:pt x="192822" y="0"/>
                      <a:pt x="0" y="181951"/>
                      <a:pt x="0" y="406400"/>
                    </a:cubicBezTo>
                    <a:cubicBezTo>
                      <a:pt x="0" y="630849"/>
                      <a:pt x="192822" y="812800"/>
                      <a:pt x="430680" y="812800"/>
                    </a:cubicBezTo>
                    <a:cubicBezTo>
                      <a:pt x="668539" y="812800"/>
                      <a:pt x="861361" y="630849"/>
                      <a:pt x="861361" y="406400"/>
                    </a:cubicBezTo>
                    <a:cubicBezTo>
                      <a:pt x="861361" y="181951"/>
                      <a:pt x="668539" y="0"/>
                      <a:pt x="4306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3"/>
              <p:cNvSpPr txBox="1"/>
              <p:nvPr/>
            </p:nvSpPr>
            <p:spPr>
              <a:xfrm>
                <a:off x="80753" y="28575"/>
                <a:ext cx="699856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p13"/>
            <p:cNvGrpSpPr/>
            <p:nvPr/>
          </p:nvGrpSpPr>
          <p:grpSpPr>
            <a:xfrm>
              <a:off x="10222034" y="1792252"/>
              <a:ext cx="152603" cy="144000"/>
              <a:chOff x="0" y="0"/>
              <a:chExt cx="861361" cy="812800"/>
            </a:xfrm>
          </p:grpSpPr>
          <p:sp>
            <p:nvSpPr>
              <p:cNvPr id="243" name="Google Shape;243;p13"/>
              <p:cNvSpPr/>
              <p:nvPr/>
            </p:nvSpPr>
            <p:spPr>
              <a:xfrm>
                <a:off x="0" y="0"/>
                <a:ext cx="86136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61361" h="812800" extrusionOk="0">
                    <a:moveTo>
                      <a:pt x="430680" y="0"/>
                    </a:moveTo>
                    <a:cubicBezTo>
                      <a:pt x="192822" y="0"/>
                      <a:pt x="0" y="181951"/>
                      <a:pt x="0" y="406400"/>
                    </a:cubicBezTo>
                    <a:cubicBezTo>
                      <a:pt x="0" y="630849"/>
                      <a:pt x="192822" y="812800"/>
                      <a:pt x="430680" y="812800"/>
                    </a:cubicBezTo>
                    <a:cubicBezTo>
                      <a:pt x="668539" y="812800"/>
                      <a:pt x="861361" y="630849"/>
                      <a:pt x="861361" y="406400"/>
                    </a:cubicBezTo>
                    <a:cubicBezTo>
                      <a:pt x="861361" y="181951"/>
                      <a:pt x="668539" y="0"/>
                      <a:pt x="4306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3"/>
              <p:cNvSpPr txBox="1"/>
              <p:nvPr/>
            </p:nvSpPr>
            <p:spPr>
              <a:xfrm>
                <a:off x="80753" y="28575"/>
                <a:ext cx="699856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5" name="Google Shape;245;p13"/>
          <p:cNvSpPr txBox="1"/>
          <p:nvPr/>
        </p:nvSpPr>
        <p:spPr>
          <a:xfrm>
            <a:off x="1571754" y="1851615"/>
            <a:ext cx="9156448" cy="1296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17"/>
              </a:lnSpc>
            </a:pPr>
            <a:r>
              <a:rPr lang="en-US" sz="7019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Problem Statement</a:t>
            </a:r>
            <a:endParaRPr dirty="0"/>
          </a:p>
        </p:txBody>
      </p:sp>
      <p:pic>
        <p:nvPicPr>
          <p:cNvPr id="246" name="Google Shape;24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9582" y="3404913"/>
            <a:ext cx="6741419" cy="511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86300" y="1051875"/>
            <a:ext cx="1260175" cy="1418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0875" y="8102674"/>
            <a:ext cx="1260175" cy="1132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940"/>
        </a:solidFill>
        <a:effectLst/>
      </p:bgPr>
    </p:bg>
    <p:spTree>
      <p:nvGrpSpPr>
        <p:cNvPr id="1" name="Shape 132">
          <a:extLst>
            <a:ext uri="{FF2B5EF4-FFF2-40B4-BE49-F238E27FC236}">
              <a16:creationId xmlns:a16="http://schemas.microsoft.com/office/drawing/2014/main" id="{BADA243F-9BDF-C572-A1E5-D984D8A0E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2">
            <a:extLst>
              <a:ext uri="{FF2B5EF4-FFF2-40B4-BE49-F238E27FC236}">
                <a16:creationId xmlns:a16="http://schemas.microsoft.com/office/drawing/2014/main" id="{304D6CA1-0B8A-BD2D-6A5A-BD5AC74AC126}"/>
              </a:ext>
            </a:extLst>
          </p:cNvPr>
          <p:cNvGrpSpPr/>
          <p:nvPr/>
        </p:nvGrpSpPr>
        <p:grpSpPr>
          <a:xfrm>
            <a:off x="604516" y="326658"/>
            <a:ext cx="17079083" cy="9452918"/>
            <a:chOff x="0" y="-47625"/>
            <a:chExt cx="4498165" cy="2489641"/>
          </a:xfrm>
        </p:grpSpPr>
        <p:sp>
          <p:nvSpPr>
            <p:cNvPr id="134" name="Google Shape;134;p12">
              <a:extLst>
                <a:ext uri="{FF2B5EF4-FFF2-40B4-BE49-F238E27FC236}">
                  <a16:creationId xmlns:a16="http://schemas.microsoft.com/office/drawing/2014/main" id="{753CCB1F-7F7A-4934-4840-4FE94F7044D4}"/>
                </a:ext>
              </a:extLst>
            </p:cNvPr>
            <p:cNvSpPr/>
            <p:nvPr/>
          </p:nvSpPr>
          <p:spPr>
            <a:xfrm>
              <a:off x="0" y="0"/>
              <a:ext cx="4498165" cy="2442016"/>
            </a:xfrm>
            <a:custGeom>
              <a:avLst/>
              <a:gdLst/>
              <a:ahLst/>
              <a:cxnLst/>
              <a:rect l="l" t="t" r="r" b="b"/>
              <a:pathLst>
                <a:path w="4498165" h="2442016" extrusionOk="0">
                  <a:moveTo>
                    <a:pt x="0" y="0"/>
                  </a:moveTo>
                  <a:lnTo>
                    <a:pt x="4498165" y="0"/>
                  </a:lnTo>
                  <a:lnTo>
                    <a:pt x="4498165" y="2442016"/>
                  </a:lnTo>
                  <a:lnTo>
                    <a:pt x="0" y="2442016"/>
                  </a:lnTo>
                  <a:close/>
                </a:path>
              </a:pathLst>
            </a:custGeom>
            <a:gradFill>
              <a:gsLst>
                <a:gs pos="0">
                  <a:srgbClr val="16181B"/>
                </a:gs>
                <a:gs pos="100000">
                  <a:srgbClr val="333940"/>
                </a:gs>
              </a:gsLst>
              <a:path path="circle">
                <a:fillToRect r="100000" b="100000"/>
              </a:path>
              <a:tileRect l="-100000" t="-100000"/>
            </a:gra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5" name="Google Shape;135;p12">
              <a:extLst>
                <a:ext uri="{FF2B5EF4-FFF2-40B4-BE49-F238E27FC236}">
                  <a16:creationId xmlns:a16="http://schemas.microsoft.com/office/drawing/2014/main" id="{138EF3AC-552B-0538-4924-210DB4BA20DD}"/>
                </a:ext>
              </a:extLst>
            </p:cNvPr>
            <p:cNvSpPr txBox="1"/>
            <p:nvPr/>
          </p:nvSpPr>
          <p:spPr>
            <a:xfrm>
              <a:off x="0" y="-47625"/>
              <a:ext cx="4498164" cy="24896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6" name="Google Shape;136;p12">
            <a:extLst>
              <a:ext uri="{FF2B5EF4-FFF2-40B4-BE49-F238E27FC236}">
                <a16:creationId xmlns:a16="http://schemas.microsoft.com/office/drawing/2014/main" id="{44DE90B9-A1DC-1C9F-BF5B-9AE284C6E5B0}"/>
              </a:ext>
            </a:extLst>
          </p:cNvPr>
          <p:cNvCxnSpPr/>
          <p:nvPr/>
        </p:nvCxnSpPr>
        <p:spPr>
          <a:xfrm>
            <a:off x="16433739" y="1051882"/>
            <a:ext cx="992811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171" name="Google Shape;171;p12">
            <a:extLst>
              <a:ext uri="{FF2B5EF4-FFF2-40B4-BE49-F238E27FC236}">
                <a16:creationId xmlns:a16="http://schemas.microsoft.com/office/drawing/2014/main" id="{5654852B-EE17-B8E3-A592-7C284A98A0DC}"/>
              </a:ext>
            </a:extLst>
          </p:cNvPr>
          <p:cNvGrpSpPr/>
          <p:nvPr/>
        </p:nvGrpSpPr>
        <p:grpSpPr>
          <a:xfrm>
            <a:off x="1388184" y="3052916"/>
            <a:ext cx="11619893" cy="956382"/>
            <a:chOff x="0" y="0"/>
            <a:chExt cx="6671474" cy="1319508"/>
          </a:xfrm>
        </p:grpSpPr>
        <p:cxnSp>
          <p:nvCxnSpPr>
            <p:cNvPr id="172" name="Google Shape;172;p12">
              <a:extLst>
                <a:ext uri="{FF2B5EF4-FFF2-40B4-BE49-F238E27FC236}">
                  <a16:creationId xmlns:a16="http://schemas.microsoft.com/office/drawing/2014/main" id="{582B5C69-38FE-A38A-049D-468F1ACB396C}"/>
                </a:ext>
              </a:extLst>
            </p:cNvPr>
            <p:cNvCxnSpPr/>
            <p:nvPr/>
          </p:nvCxnSpPr>
          <p:spPr>
            <a:xfrm>
              <a:off x="55444" y="51281"/>
              <a:ext cx="6566964" cy="0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3" name="Google Shape;173;p12">
              <a:extLst>
                <a:ext uri="{FF2B5EF4-FFF2-40B4-BE49-F238E27FC236}">
                  <a16:creationId xmlns:a16="http://schemas.microsoft.com/office/drawing/2014/main" id="{BDD34029-846D-8627-B516-4341C562097F}"/>
                </a:ext>
              </a:extLst>
            </p:cNvPr>
            <p:cNvCxnSpPr/>
            <p:nvPr/>
          </p:nvCxnSpPr>
          <p:spPr>
            <a:xfrm rot="10800000">
              <a:off x="6628786" y="51281"/>
              <a:ext cx="0" cy="1219161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4" name="Google Shape;174;p12">
              <a:extLst>
                <a:ext uri="{FF2B5EF4-FFF2-40B4-BE49-F238E27FC236}">
                  <a16:creationId xmlns:a16="http://schemas.microsoft.com/office/drawing/2014/main" id="{92AF96FD-984F-EFDB-17C1-B41E18426FB4}"/>
                </a:ext>
              </a:extLst>
            </p:cNvPr>
            <p:cNvCxnSpPr/>
            <p:nvPr/>
          </p:nvCxnSpPr>
          <p:spPr>
            <a:xfrm>
              <a:off x="55444" y="1264064"/>
              <a:ext cx="6566964" cy="0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5" name="Google Shape;175;p12">
              <a:extLst>
                <a:ext uri="{FF2B5EF4-FFF2-40B4-BE49-F238E27FC236}">
                  <a16:creationId xmlns:a16="http://schemas.microsoft.com/office/drawing/2014/main" id="{0F42BE06-CB42-F2BA-3201-6525FAF2F87F}"/>
                </a:ext>
              </a:extLst>
            </p:cNvPr>
            <p:cNvCxnSpPr/>
            <p:nvPr/>
          </p:nvCxnSpPr>
          <p:spPr>
            <a:xfrm rot="10800000">
              <a:off x="49066" y="51281"/>
              <a:ext cx="0" cy="1219161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76" name="Google Shape;176;p12">
              <a:extLst>
                <a:ext uri="{FF2B5EF4-FFF2-40B4-BE49-F238E27FC236}">
                  <a16:creationId xmlns:a16="http://schemas.microsoft.com/office/drawing/2014/main" id="{2C9C5608-CE9E-B90B-DB5D-161DD1E4EDD4}"/>
                </a:ext>
              </a:extLst>
            </p:cNvPr>
            <p:cNvGrpSpPr/>
            <p:nvPr/>
          </p:nvGrpSpPr>
          <p:grpSpPr>
            <a:xfrm>
              <a:off x="0" y="0"/>
              <a:ext cx="98132" cy="98132"/>
              <a:chOff x="0" y="0"/>
              <a:chExt cx="812800" cy="812800"/>
            </a:xfrm>
          </p:grpSpPr>
          <p:sp>
            <p:nvSpPr>
              <p:cNvPr id="177" name="Google Shape;177;p12">
                <a:extLst>
                  <a:ext uri="{FF2B5EF4-FFF2-40B4-BE49-F238E27FC236}">
                    <a16:creationId xmlns:a16="http://schemas.microsoft.com/office/drawing/2014/main" id="{222B68F5-653E-3CB4-8DFC-BF55B67CD0D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2">
                <a:extLst>
                  <a:ext uri="{FF2B5EF4-FFF2-40B4-BE49-F238E27FC236}">
                    <a16:creationId xmlns:a16="http://schemas.microsoft.com/office/drawing/2014/main" id="{338349ED-77CB-42EA-8187-0AF8244ECB7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p12">
              <a:extLst>
                <a:ext uri="{FF2B5EF4-FFF2-40B4-BE49-F238E27FC236}">
                  <a16:creationId xmlns:a16="http://schemas.microsoft.com/office/drawing/2014/main" id="{2C0F1CBF-C3C4-CBB8-FEFB-62DB3EE586F0}"/>
                </a:ext>
              </a:extLst>
            </p:cNvPr>
            <p:cNvGrpSpPr/>
            <p:nvPr/>
          </p:nvGrpSpPr>
          <p:grpSpPr>
            <a:xfrm>
              <a:off x="0" y="1221376"/>
              <a:ext cx="98132" cy="98132"/>
              <a:chOff x="0" y="0"/>
              <a:chExt cx="812800" cy="812800"/>
            </a:xfrm>
          </p:grpSpPr>
          <p:sp>
            <p:nvSpPr>
              <p:cNvPr id="180" name="Google Shape;180;p12">
                <a:extLst>
                  <a:ext uri="{FF2B5EF4-FFF2-40B4-BE49-F238E27FC236}">
                    <a16:creationId xmlns:a16="http://schemas.microsoft.com/office/drawing/2014/main" id="{2509F6C7-60AD-AE95-17F0-51C3599F441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2">
                <a:extLst>
                  <a:ext uri="{FF2B5EF4-FFF2-40B4-BE49-F238E27FC236}">
                    <a16:creationId xmlns:a16="http://schemas.microsoft.com/office/drawing/2014/main" id="{B7444D9D-663E-D1C5-104B-0144A2F3267B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" name="Google Shape;182;p12">
              <a:extLst>
                <a:ext uri="{FF2B5EF4-FFF2-40B4-BE49-F238E27FC236}">
                  <a16:creationId xmlns:a16="http://schemas.microsoft.com/office/drawing/2014/main" id="{03BBA358-042F-3DB3-2A64-5502FF4F3142}"/>
                </a:ext>
              </a:extLst>
            </p:cNvPr>
            <p:cNvGrpSpPr/>
            <p:nvPr/>
          </p:nvGrpSpPr>
          <p:grpSpPr>
            <a:xfrm>
              <a:off x="6573342" y="0"/>
              <a:ext cx="98132" cy="98132"/>
              <a:chOff x="0" y="0"/>
              <a:chExt cx="812800" cy="812800"/>
            </a:xfrm>
          </p:grpSpPr>
          <p:sp>
            <p:nvSpPr>
              <p:cNvPr id="183" name="Google Shape;183;p12">
                <a:extLst>
                  <a:ext uri="{FF2B5EF4-FFF2-40B4-BE49-F238E27FC236}">
                    <a16:creationId xmlns:a16="http://schemas.microsoft.com/office/drawing/2014/main" id="{23134C93-6F1B-0B55-9905-39C9235934B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2">
                <a:extLst>
                  <a:ext uri="{FF2B5EF4-FFF2-40B4-BE49-F238E27FC236}">
                    <a16:creationId xmlns:a16="http://schemas.microsoft.com/office/drawing/2014/main" id="{2456087F-F5CE-AA61-16F1-6B8AF395533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" name="Google Shape;185;p12">
              <a:extLst>
                <a:ext uri="{FF2B5EF4-FFF2-40B4-BE49-F238E27FC236}">
                  <a16:creationId xmlns:a16="http://schemas.microsoft.com/office/drawing/2014/main" id="{C9229622-D4FA-4D66-E437-D56C617BBEDE}"/>
                </a:ext>
              </a:extLst>
            </p:cNvPr>
            <p:cNvGrpSpPr/>
            <p:nvPr/>
          </p:nvGrpSpPr>
          <p:grpSpPr>
            <a:xfrm>
              <a:off x="6573342" y="1221376"/>
              <a:ext cx="98132" cy="98132"/>
              <a:chOff x="0" y="0"/>
              <a:chExt cx="812800" cy="812800"/>
            </a:xfrm>
          </p:grpSpPr>
          <p:sp>
            <p:nvSpPr>
              <p:cNvPr id="186" name="Google Shape;186;p12">
                <a:extLst>
                  <a:ext uri="{FF2B5EF4-FFF2-40B4-BE49-F238E27FC236}">
                    <a16:creationId xmlns:a16="http://schemas.microsoft.com/office/drawing/2014/main" id="{AAE5A507-27BE-4CBA-C816-688CF45AF57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2">
                <a:extLst>
                  <a:ext uri="{FF2B5EF4-FFF2-40B4-BE49-F238E27FC236}">
                    <a16:creationId xmlns:a16="http://schemas.microsoft.com/office/drawing/2014/main" id="{5ACDD5D4-8790-4750-717E-5FF0C016226E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0" name="Google Shape;210;p12">
            <a:extLst>
              <a:ext uri="{FF2B5EF4-FFF2-40B4-BE49-F238E27FC236}">
                <a16:creationId xmlns:a16="http://schemas.microsoft.com/office/drawing/2014/main" id="{0504913B-DA45-91D7-D816-2E6F97C6E045}"/>
              </a:ext>
            </a:extLst>
          </p:cNvPr>
          <p:cNvSpPr txBox="1"/>
          <p:nvPr/>
        </p:nvSpPr>
        <p:spPr>
          <a:xfrm>
            <a:off x="1782908" y="3309355"/>
            <a:ext cx="1146552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LinkedIn – Generic recommendations</a:t>
            </a: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12">
            <a:extLst>
              <a:ext uri="{FF2B5EF4-FFF2-40B4-BE49-F238E27FC236}">
                <a16:creationId xmlns:a16="http://schemas.microsoft.com/office/drawing/2014/main" id="{3721379A-FA64-96CA-71DB-26181AC27BA9}"/>
              </a:ext>
            </a:extLst>
          </p:cNvPr>
          <p:cNvSpPr txBox="1"/>
          <p:nvPr/>
        </p:nvSpPr>
        <p:spPr>
          <a:xfrm>
            <a:off x="1388183" y="1352792"/>
            <a:ext cx="14835043" cy="1296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17"/>
              </a:lnSpc>
            </a:pPr>
            <a:r>
              <a:rPr lang="en-US" sz="7019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Existing Solutions &amp; Limitations</a:t>
            </a:r>
            <a:endParaRPr dirty="0"/>
          </a:p>
        </p:txBody>
      </p:sp>
      <p:pic>
        <p:nvPicPr>
          <p:cNvPr id="215" name="Google Shape;215;p12">
            <a:extLst>
              <a:ext uri="{FF2B5EF4-FFF2-40B4-BE49-F238E27FC236}">
                <a16:creationId xmlns:a16="http://schemas.microsoft.com/office/drawing/2014/main" id="{EBA40A7C-6653-27FC-C3F7-0ABC0F365C2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2600" y="4577775"/>
            <a:ext cx="4908125" cy="535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2">
            <a:extLst>
              <a:ext uri="{FF2B5EF4-FFF2-40B4-BE49-F238E27FC236}">
                <a16:creationId xmlns:a16="http://schemas.microsoft.com/office/drawing/2014/main" id="{8E78C6E8-B89C-B1E2-0706-7ACFF0F07D4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03442" y="2582804"/>
            <a:ext cx="1601650" cy="1608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2">
            <a:extLst>
              <a:ext uri="{FF2B5EF4-FFF2-40B4-BE49-F238E27FC236}">
                <a16:creationId xmlns:a16="http://schemas.microsoft.com/office/drawing/2014/main" id="{B9864DF5-1F38-F2D8-DCB4-AF8604B76E5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8825" y="7665691"/>
            <a:ext cx="1601650" cy="16077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71;p12">
            <a:extLst>
              <a:ext uri="{FF2B5EF4-FFF2-40B4-BE49-F238E27FC236}">
                <a16:creationId xmlns:a16="http://schemas.microsoft.com/office/drawing/2014/main" id="{7134B53D-ED55-C977-5BD2-06C5FD7ACEA3}"/>
              </a:ext>
            </a:extLst>
          </p:cNvPr>
          <p:cNvGrpSpPr/>
          <p:nvPr/>
        </p:nvGrpSpPr>
        <p:grpSpPr>
          <a:xfrm>
            <a:off x="1393100" y="4296699"/>
            <a:ext cx="11619893" cy="956382"/>
            <a:chOff x="0" y="0"/>
            <a:chExt cx="6671474" cy="1319508"/>
          </a:xfrm>
        </p:grpSpPr>
        <p:cxnSp>
          <p:nvCxnSpPr>
            <p:cNvPr id="3" name="Google Shape;172;p12">
              <a:extLst>
                <a:ext uri="{FF2B5EF4-FFF2-40B4-BE49-F238E27FC236}">
                  <a16:creationId xmlns:a16="http://schemas.microsoft.com/office/drawing/2014/main" id="{F322FFBC-7FA1-C7ED-CB5F-E383FE9BFAAF}"/>
                </a:ext>
              </a:extLst>
            </p:cNvPr>
            <p:cNvCxnSpPr/>
            <p:nvPr/>
          </p:nvCxnSpPr>
          <p:spPr>
            <a:xfrm>
              <a:off x="55444" y="51281"/>
              <a:ext cx="6566964" cy="0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" name="Google Shape;173;p12">
              <a:extLst>
                <a:ext uri="{FF2B5EF4-FFF2-40B4-BE49-F238E27FC236}">
                  <a16:creationId xmlns:a16="http://schemas.microsoft.com/office/drawing/2014/main" id="{AAAC4629-9939-DED4-4B63-5AF718BA0C73}"/>
                </a:ext>
              </a:extLst>
            </p:cNvPr>
            <p:cNvCxnSpPr/>
            <p:nvPr/>
          </p:nvCxnSpPr>
          <p:spPr>
            <a:xfrm rot="10800000">
              <a:off x="6628786" y="51281"/>
              <a:ext cx="0" cy="1219161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" name="Google Shape;174;p12">
              <a:extLst>
                <a:ext uri="{FF2B5EF4-FFF2-40B4-BE49-F238E27FC236}">
                  <a16:creationId xmlns:a16="http://schemas.microsoft.com/office/drawing/2014/main" id="{790D74A4-931D-243A-6928-E4D6AD39C845}"/>
                </a:ext>
              </a:extLst>
            </p:cNvPr>
            <p:cNvCxnSpPr/>
            <p:nvPr/>
          </p:nvCxnSpPr>
          <p:spPr>
            <a:xfrm>
              <a:off x="55444" y="1264064"/>
              <a:ext cx="6566964" cy="0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" name="Google Shape;175;p12">
              <a:extLst>
                <a:ext uri="{FF2B5EF4-FFF2-40B4-BE49-F238E27FC236}">
                  <a16:creationId xmlns:a16="http://schemas.microsoft.com/office/drawing/2014/main" id="{773C0AC7-F83F-AF10-5CD9-E1C7AC25FA57}"/>
                </a:ext>
              </a:extLst>
            </p:cNvPr>
            <p:cNvCxnSpPr/>
            <p:nvPr/>
          </p:nvCxnSpPr>
          <p:spPr>
            <a:xfrm rot="10800000">
              <a:off x="49066" y="51281"/>
              <a:ext cx="0" cy="1219161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7" name="Google Shape;176;p12">
              <a:extLst>
                <a:ext uri="{FF2B5EF4-FFF2-40B4-BE49-F238E27FC236}">
                  <a16:creationId xmlns:a16="http://schemas.microsoft.com/office/drawing/2014/main" id="{8F3F7F76-8809-4AA2-2DD6-4B9499E5D06F}"/>
                </a:ext>
              </a:extLst>
            </p:cNvPr>
            <p:cNvGrpSpPr/>
            <p:nvPr/>
          </p:nvGrpSpPr>
          <p:grpSpPr>
            <a:xfrm>
              <a:off x="0" y="0"/>
              <a:ext cx="98132" cy="98132"/>
              <a:chOff x="0" y="0"/>
              <a:chExt cx="812800" cy="812800"/>
            </a:xfrm>
          </p:grpSpPr>
          <p:sp>
            <p:nvSpPr>
              <p:cNvPr id="17" name="Google Shape;177;p12">
                <a:extLst>
                  <a:ext uri="{FF2B5EF4-FFF2-40B4-BE49-F238E27FC236}">
                    <a16:creationId xmlns:a16="http://schemas.microsoft.com/office/drawing/2014/main" id="{D2038E76-F4AF-02BE-A10F-3345C186854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78;p12">
                <a:extLst>
                  <a:ext uri="{FF2B5EF4-FFF2-40B4-BE49-F238E27FC236}">
                    <a16:creationId xmlns:a16="http://schemas.microsoft.com/office/drawing/2014/main" id="{656C3475-483D-CA00-D596-09D8413B2DA5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" name="Google Shape;179;p12">
              <a:extLst>
                <a:ext uri="{FF2B5EF4-FFF2-40B4-BE49-F238E27FC236}">
                  <a16:creationId xmlns:a16="http://schemas.microsoft.com/office/drawing/2014/main" id="{F910A730-559F-BCF9-0867-E9EC0FE5F0A9}"/>
                </a:ext>
              </a:extLst>
            </p:cNvPr>
            <p:cNvGrpSpPr/>
            <p:nvPr/>
          </p:nvGrpSpPr>
          <p:grpSpPr>
            <a:xfrm>
              <a:off x="0" y="1221376"/>
              <a:ext cx="98132" cy="98132"/>
              <a:chOff x="0" y="0"/>
              <a:chExt cx="812800" cy="812800"/>
            </a:xfrm>
          </p:grpSpPr>
          <p:sp>
            <p:nvSpPr>
              <p:cNvPr id="15" name="Google Shape;180;p12">
                <a:extLst>
                  <a:ext uri="{FF2B5EF4-FFF2-40B4-BE49-F238E27FC236}">
                    <a16:creationId xmlns:a16="http://schemas.microsoft.com/office/drawing/2014/main" id="{AFE92FAA-96A9-421C-B881-251E6E626D3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81;p12">
                <a:extLst>
                  <a:ext uri="{FF2B5EF4-FFF2-40B4-BE49-F238E27FC236}">
                    <a16:creationId xmlns:a16="http://schemas.microsoft.com/office/drawing/2014/main" id="{121AA48C-6F16-E8CF-41F1-10D896A57A29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" name="Google Shape;182;p12">
              <a:extLst>
                <a:ext uri="{FF2B5EF4-FFF2-40B4-BE49-F238E27FC236}">
                  <a16:creationId xmlns:a16="http://schemas.microsoft.com/office/drawing/2014/main" id="{CB8EA208-D532-9B24-CEEC-BA1C7D4C81F7}"/>
                </a:ext>
              </a:extLst>
            </p:cNvPr>
            <p:cNvGrpSpPr/>
            <p:nvPr/>
          </p:nvGrpSpPr>
          <p:grpSpPr>
            <a:xfrm>
              <a:off x="6573342" y="0"/>
              <a:ext cx="98132" cy="98132"/>
              <a:chOff x="0" y="0"/>
              <a:chExt cx="812800" cy="812800"/>
            </a:xfrm>
          </p:grpSpPr>
          <p:sp>
            <p:nvSpPr>
              <p:cNvPr id="13" name="Google Shape;183;p12">
                <a:extLst>
                  <a:ext uri="{FF2B5EF4-FFF2-40B4-BE49-F238E27FC236}">
                    <a16:creationId xmlns:a16="http://schemas.microsoft.com/office/drawing/2014/main" id="{032F2AFF-EF95-3CB7-81EA-3B60BBC715D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84;p12">
                <a:extLst>
                  <a:ext uri="{FF2B5EF4-FFF2-40B4-BE49-F238E27FC236}">
                    <a16:creationId xmlns:a16="http://schemas.microsoft.com/office/drawing/2014/main" id="{03472AE0-7649-4FD8-A2DA-257D6F5927DB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185;p12">
              <a:extLst>
                <a:ext uri="{FF2B5EF4-FFF2-40B4-BE49-F238E27FC236}">
                  <a16:creationId xmlns:a16="http://schemas.microsoft.com/office/drawing/2014/main" id="{8C6913DA-75DD-63DA-2D12-3D1D0CC5A133}"/>
                </a:ext>
              </a:extLst>
            </p:cNvPr>
            <p:cNvGrpSpPr/>
            <p:nvPr/>
          </p:nvGrpSpPr>
          <p:grpSpPr>
            <a:xfrm>
              <a:off x="6573342" y="1221376"/>
              <a:ext cx="98132" cy="98132"/>
              <a:chOff x="0" y="0"/>
              <a:chExt cx="812800" cy="812800"/>
            </a:xfrm>
          </p:grpSpPr>
          <p:sp>
            <p:nvSpPr>
              <p:cNvPr id="11" name="Google Shape;186;p12">
                <a:extLst>
                  <a:ext uri="{FF2B5EF4-FFF2-40B4-BE49-F238E27FC236}">
                    <a16:creationId xmlns:a16="http://schemas.microsoft.com/office/drawing/2014/main" id="{83AD890C-ECD2-4F33-68FE-45CBFFF70F3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87;p12">
                <a:extLst>
                  <a:ext uri="{FF2B5EF4-FFF2-40B4-BE49-F238E27FC236}">
                    <a16:creationId xmlns:a16="http://schemas.microsoft.com/office/drawing/2014/main" id="{1E010149-5B7C-A272-8DE6-98BFE39F97A7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" name="Google Shape;210;p12">
            <a:extLst>
              <a:ext uri="{FF2B5EF4-FFF2-40B4-BE49-F238E27FC236}">
                <a16:creationId xmlns:a16="http://schemas.microsoft.com/office/drawing/2014/main" id="{FC9DED6D-AC30-5F96-E7FF-E896C840F996}"/>
              </a:ext>
            </a:extLst>
          </p:cNvPr>
          <p:cNvSpPr txBox="1"/>
          <p:nvPr/>
        </p:nvSpPr>
        <p:spPr>
          <a:xfrm>
            <a:off x="1787824" y="4553138"/>
            <a:ext cx="1146552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Naukri – Job listings only</a:t>
            </a: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0" name="Google Shape;171;p12">
            <a:extLst>
              <a:ext uri="{FF2B5EF4-FFF2-40B4-BE49-F238E27FC236}">
                <a16:creationId xmlns:a16="http://schemas.microsoft.com/office/drawing/2014/main" id="{B62C5C39-B568-241D-7D85-4893B2ED8372}"/>
              </a:ext>
            </a:extLst>
          </p:cNvPr>
          <p:cNvGrpSpPr/>
          <p:nvPr/>
        </p:nvGrpSpPr>
        <p:grpSpPr>
          <a:xfrm>
            <a:off x="1407852" y="5476564"/>
            <a:ext cx="11619893" cy="956382"/>
            <a:chOff x="0" y="0"/>
            <a:chExt cx="6671474" cy="1319508"/>
          </a:xfrm>
        </p:grpSpPr>
        <p:cxnSp>
          <p:nvCxnSpPr>
            <p:cNvPr id="21" name="Google Shape;172;p12">
              <a:extLst>
                <a:ext uri="{FF2B5EF4-FFF2-40B4-BE49-F238E27FC236}">
                  <a16:creationId xmlns:a16="http://schemas.microsoft.com/office/drawing/2014/main" id="{5443EA91-9CF8-A5EB-6928-62C7D81F7454}"/>
                </a:ext>
              </a:extLst>
            </p:cNvPr>
            <p:cNvCxnSpPr/>
            <p:nvPr/>
          </p:nvCxnSpPr>
          <p:spPr>
            <a:xfrm>
              <a:off x="55444" y="51281"/>
              <a:ext cx="6566964" cy="0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73;p12">
              <a:extLst>
                <a:ext uri="{FF2B5EF4-FFF2-40B4-BE49-F238E27FC236}">
                  <a16:creationId xmlns:a16="http://schemas.microsoft.com/office/drawing/2014/main" id="{44F5AA3D-6875-F9A3-87FC-925635AF8FB2}"/>
                </a:ext>
              </a:extLst>
            </p:cNvPr>
            <p:cNvCxnSpPr/>
            <p:nvPr/>
          </p:nvCxnSpPr>
          <p:spPr>
            <a:xfrm rot="10800000">
              <a:off x="6628786" y="51281"/>
              <a:ext cx="0" cy="1219161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74;p12">
              <a:extLst>
                <a:ext uri="{FF2B5EF4-FFF2-40B4-BE49-F238E27FC236}">
                  <a16:creationId xmlns:a16="http://schemas.microsoft.com/office/drawing/2014/main" id="{46972B2F-8B84-ADA0-1A01-E3EF00006B28}"/>
                </a:ext>
              </a:extLst>
            </p:cNvPr>
            <p:cNvCxnSpPr/>
            <p:nvPr/>
          </p:nvCxnSpPr>
          <p:spPr>
            <a:xfrm>
              <a:off x="55444" y="1264064"/>
              <a:ext cx="6566964" cy="0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175;p12">
              <a:extLst>
                <a:ext uri="{FF2B5EF4-FFF2-40B4-BE49-F238E27FC236}">
                  <a16:creationId xmlns:a16="http://schemas.microsoft.com/office/drawing/2014/main" id="{2932B804-2265-EEF8-A22C-013BB4660A13}"/>
                </a:ext>
              </a:extLst>
            </p:cNvPr>
            <p:cNvCxnSpPr/>
            <p:nvPr/>
          </p:nvCxnSpPr>
          <p:spPr>
            <a:xfrm rot="10800000">
              <a:off x="49066" y="51281"/>
              <a:ext cx="0" cy="1219161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5" name="Google Shape;176;p12">
              <a:extLst>
                <a:ext uri="{FF2B5EF4-FFF2-40B4-BE49-F238E27FC236}">
                  <a16:creationId xmlns:a16="http://schemas.microsoft.com/office/drawing/2014/main" id="{04053EC7-CF70-6159-A0FB-69EE50A81FD4}"/>
                </a:ext>
              </a:extLst>
            </p:cNvPr>
            <p:cNvGrpSpPr/>
            <p:nvPr/>
          </p:nvGrpSpPr>
          <p:grpSpPr>
            <a:xfrm>
              <a:off x="0" y="0"/>
              <a:ext cx="98132" cy="98132"/>
              <a:chOff x="0" y="0"/>
              <a:chExt cx="812800" cy="812800"/>
            </a:xfrm>
          </p:grpSpPr>
          <p:sp>
            <p:nvSpPr>
              <p:cNvPr id="35" name="Google Shape;177;p12">
                <a:extLst>
                  <a:ext uri="{FF2B5EF4-FFF2-40B4-BE49-F238E27FC236}">
                    <a16:creationId xmlns:a16="http://schemas.microsoft.com/office/drawing/2014/main" id="{6E32DD48-D2BC-B472-3F96-E95BFEEC1B9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78;p12">
                <a:extLst>
                  <a:ext uri="{FF2B5EF4-FFF2-40B4-BE49-F238E27FC236}">
                    <a16:creationId xmlns:a16="http://schemas.microsoft.com/office/drawing/2014/main" id="{A419C6D7-51CC-AF98-30E2-7BA645EDFAA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" name="Google Shape;179;p12">
              <a:extLst>
                <a:ext uri="{FF2B5EF4-FFF2-40B4-BE49-F238E27FC236}">
                  <a16:creationId xmlns:a16="http://schemas.microsoft.com/office/drawing/2014/main" id="{2C681D00-16B4-BE23-7D2D-6A21FFEE7B1A}"/>
                </a:ext>
              </a:extLst>
            </p:cNvPr>
            <p:cNvGrpSpPr/>
            <p:nvPr/>
          </p:nvGrpSpPr>
          <p:grpSpPr>
            <a:xfrm>
              <a:off x="0" y="1221376"/>
              <a:ext cx="98132" cy="98132"/>
              <a:chOff x="0" y="0"/>
              <a:chExt cx="812800" cy="812800"/>
            </a:xfrm>
          </p:grpSpPr>
          <p:sp>
            <p:nvSpPr>
              <p:cNvPr id="33" name="Google Shape;180;p12">
                <a:extLst>
                  <a:ext uri="{FF2B5EF4-FFF2-40B4-BE49-F238E27FC236}">
                    <a16:creationId xmlns:a16="http://schemas.microsoft.com/office/drawing/2014/main" id="{7D045639-C07E-A5C3-EE4E-94D68FB6BAF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81;p12">
                <a:extLst>
                  <a:ext uri="{FF2B5EF4-FFF2-40B4-BE49-F238E27FC236}">
                    <a16:creationId xmlns:a16="http://schemas.microsoft.com/office/drawing/2014/main" id="{55970293-F440-FFA0-F7E1-F7318654AC6E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" name="Google Shape;182;p12">
              <a:extLst>
                <a:ext uri="{FF2B5EF4-FFF2-40B4-BE49-F238E27FC236}">
                  <a16:creationId xmlns:a16="http://schemas.microsoft.com/office/drawing/2014/main" id="{D8ACDFFF-74B3-2110-D0A5-32491B129863}"/>
                </a:ext>
              </a:extLst>
            </p:cNvPr>
            <p:cNvGrpSpPr/>
            <p:nvPr/>
          </p:nvGrpSpPr>
          <p:grpSpPr>
            <a:xfrm>
              <a:off x="6573342" y="0"/>
              <a:ext cx="98132" cy="98132"/>
              <a:chOff x="0" y="0"/>
              <a:chExt cx="812800" cy="812800"/>
            </a:xfrm>
          </p:grpSpPr>
          <p:sp>
            <p:nvSpPr>
              <p:cNvPr id="31" name="Google Shape;183;p12">
                <a:extLst>
                  <a:ext uri="{FF2B5EF4-FFF2-40B4-BE49-F238E27FC236}">
                    <a16:creationId xmlns:a16="http://schemas.microsoft.com/office/drawing/2014/main" id="{96CF8385-3119-A276-F6E1-E25FF167857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84;p12">
                <a:extLst>
                  <a:ext uri="{FF2B5EF4-FFF2-40B4-BE49-F238E27FC236}">
                    <a16:creationId xmlns:a16="http://schemas.microsoft.com/office/drawing/2014/main" id="{24F5C9CF-9C00-4036-4C35-E69511BED2BE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185;p12">
              <a:extLst>
                <a:ext uri="{FF2B5EF4-FFF2-40B4-BE49-F238E27FC236}">
                  <a16:creationId xmlns:a16="http://schemas.microsoft.com/office/drawing/2014/main" id="{74FEAF1A-DFC5-D95B-BC33-387140551011}"/>
                </a:ext>
              </a:extLst>
            </p:cNvPr>
            <p:cNvGrpSpPr/>
            <p:nvPr/>
          </p:nvGrpSpPr>
          <p:grpSpPr>
            <a:xfrm>
              <a:off x="6573342" y="1221376"/>
              <a:ext cx="98132" cy="98132"/>
              <a:chOff x="0" y="0"/>
              <a:chExt cx="812800" cy="812800"/>
            </a:xfrm>
          </p:grpSpPr>
          <p:sp>
            <p:nvSpPr>
              <p:cNvPr id="29" name="Google Shape;186;p12">
                <a:extLst>
                  <a:ext uri="{FF2B5EF4-FFF2-40B4-BE49-F238E27FC236}">
                    <a16:creationId xmlns:a16="http://schemas.microsoft.com/office/drawing/2014/main" id="{9F038F78-6C61-8371-748A-505DC8F0B6D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87;p12">
                <a:extLst>
                  <a:ext uri="{FF2B5EF4-FFF2-40B4-BE49-F238E27FC236}">
                    <a16:creationId xmlns:a16="http://schemas.microsoft.com/office/drawing/2014/main" id="{B845E5E8-141F-1BB7-622B-013F29E842FA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" name="Google Shape;210;p12">
            <a:extLst>
              <a:ext uri="{FF2B5EF4-FFF2-40B4-BE49-F238E27FC236}">
                <a16:creationId xmlns:a16="http://schemas.microsoft.com/office/drawing/2014/main" id="{2C22CC2D-57FD-36BD-EED6-457E91DED87E}"/>
              </a:ext>
            </a:extLst>
          </p:cNvPr>
          <p:cNvSpPr txBox="1"/>
          <p:nvPr/>
        </p:nvSpPr>
        <p:spPr>
          <a:xfrm>
            <a:off x="1802576" y="5733003"/>
            <a:ext cx="1146552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LeetCode</a:t>
            </a: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– Coding practice only</a:t>
            </a: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8" name="Google Shape;171;p12">
            <a:extLst>
              <a:ext uri="{FF2B5EF4-FFF2-40B4-BE49-F238E27FC236}">
                <a16:creationId xmlns:a16="http://schemas.microsoft.com/office/drawing/2014/main" id="{AF13F44D-F915-A5FD-F501-B8A8E3BBE3D8}"/>
              </a:ext>
            </a:extLst>
          </p:cNvPr>
          <p:cNvGrpSpPr/>
          <p:nvPr/>
        </p:nvGrpSpPr>
        <p:grpSpPr>
          <a:xfrm>
            <a:off x="1407851" y="6626933"/>
            <a:ext cx="11619893" cy="956382"/>
            <a:chOff x="0" y="0"/>
            <a:chExt cx="6671474" cy="1319508"/>
          </a:xfrm>
        </p:grpSpPr>
        <p:cxnSp>
          <p:nvCxnSpPr>
            <p:cNvPr id="39" name="Google Shape;172;p12">
              <a:extLst>
                <a:ext uri="{FF2B5EF4-FFF2-40B4-BE49-F238E27FC236}">
                  <a16:creationId xmlns:a16="http://schemas.microsoft.com/office/drawing/2014/main" id="{EF7B52BA-01E6-D264-2E6B-2E3069EC650E}"/>
                </a:ext>
              </a:extLst>
            </p:cNvPr>
            <p:cNvCxnSpPr/>
            <p:nvPr/>
          </p:nvCxnSpPr>
          <p:spPr>
            <a:xfrm>
              <a:off x="55444" y="51281"/>
              <a:ext cx="6566964" cy="0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" name="Google Shape;173;p12">
              <a:extLst>
                <a:ext uri="{FF2B5EF4-FFF2-40B4-BE49-F238E27FC236}">
                  <a16:creationId xmlns:a16="http://schemas.microsoft.com/office/drawing/2014/main" id="{F7333FF1-0A3E-BCF5-8BCD-77C2460D42F3}"/>
                </a:ext>
              </a:extLst>
            </p:cNvPr>
            <p:cNvCxnSpPr/>
            <p:nvPr/>
          </p:nvCxnSpPr>
          <p:spPr>
            <a:xfrm rot="10800000">
              <a:off x="6628786" y="51281"/>
              <a:ext cx="0" cy="1219161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" name="Google Shape;174;p12">
              <a:extLst>
                <a:ext uri="{FF2B5EF4-FFF2-40B4-BE49-F238E27FC236}">
                  <a16:creationId xmlns:a16="http://schemas.microsoft.com/office/drawing/2014/main" id="{C7B1688B-C48D-85F4-86AF-81320EDD7D51}"/>
                </a:ext>
              </a:extLst>
            </p:cNvPr>
            <p:cNvCxnSpPr/>
            <p:nvPr/>
          </p:nvCxnSpPr>
          <p:spPr>
            <a:xfrm>
              <a:off x="55444" y="1264064"/>
              <a:ext cx="6566964" cy="0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" name="Google Shape;175;p12">
              <a:extLst>
                <a:ext uri="{FF2B5EF4-FFF2-40B4-BE49-F238E27FC236}">
                  <a16:creationId xmlns:a16="http://schemas.microsoft.com/office/drawing/2014/main" id="{2B35B383-BE51-7F6E-2EE0-B75BD7C559A5}"/>
                </a:ext>
              </a:extLst>
            </p:cNvPr>
            <p:cNvCxnSpPr/>
            <p:nvPr/>
          </p:nvCxnSpPr>
          <p:spPr>
            <a:xfrm rot="10800000">
              <a:off x="49066" y="51281"/>
              <a:ext cx="0" cy="1219161"/>
            </a:xfrm>
            <a:prstGeom prst="straightConnector1">
              <a:avLst/>
            </a:prstGeom>
            <a:noFill/>
            <a:ln w="127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3" name="Google Shape;176;p12">
              <a:extLst>
                <a:ext uri="{FF2B5EF4-FFF2-40B4-BE49-F238E27FC236}">
                  <a16:creationId xmlns:a16="http://schemas.microsoft.com/office/drawing/2014/main" id="{40CA2069-DB8A-74C8-70AE-D5EC3B7F4733}"/>
                </a:ext>
              </a:extLst>
            </p:cNvPr>
            <p:cNvGrpSpPr/>
            <p:nvPr/>
          </p:nvGrpSpPr>
          <p:grpSpPr>
            <a:xfrm>
              <a:off x="0" y="0"/>
              <a:ext cx="98132" cy="98132"/>
              <a:chOff x="0" y="0"/>
              <a:chExt cx="812800" cy="812800"/>
            </a:xfrm>
          </p:grpSpPr>
          <p:sp>
            <p:nvSpPr>
              <p:cNvPr id="53" name="Google Shape;177;p12">
                <a:extLst>
                  <a:ext uri="{FF2B5EF4-FFF2-40B4-BE49-F238E27FC236}">
                    <a16:creationId xmlns:a16="http://schemas.microsoft.com/office/drawing/2014/main" id="{743D211A-583D-239D-3B0B-34F7A43C6D1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78;p12">
                <a:extLst>
                  <a:ext uri="{FF2B5EF4-FFF2-40B4-BE49-F238E27FC236}">
                    <a16:creationId xmlns:a16="http://schemas.microsoft.com/office/drawing/2014/main" id="{23C77FE0-1651-F26E-3CFD-70C9A6DD7678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179;p12">
              <a:extLst>
                <a:ext uri="{FF2B5EF4-FFF2-40B4-BE49-F238E27FC236}">
                  <a16:creationId xmlns:a16="http://schemas.microsoft.com/office/drawing/2014/main" id="{BAB48230-EA9B-919F-0F06-F141731A465F}"/>
                </a:ext>
              </a:extLst>
            </p:cNvPr>
            <p:cNvGrpSpPr/>
            <p:nvPr/>
          </p:nvGrpSpPr>
          <p:grpSpPr>
            <a:xfrm>
              <a:off x="0" y="1221376"/>
              <a:ext cx="98132" cy="98132"/>
              <a:chOff x="0" y="0"/>
              <a:chExt cx="812800" cy="812800"/>
            </a:xfrm>
          </p:grpSpPr>
          <p:sp>
            <p:nvSpPr>
              <p:cNvPr id="51" name="Google Shape;180;p12">
                <a:extLst>
                  <a:ext uri="{FF2B5EF4-FFF2-40B4-BE49-F238E27FC236}">
                    <a16:creationId xmlns:a16="http://schemas.microsoft.com/office/drawing/2014/main" id="{F6040149-010A-D813-3D9C-B7523C32F9A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81;p12">
                <a:extLst>
                  <a:ext uri="{FF2B5EF4-FFF2-40B4-BE49-F238E27FC236}">
                    <a16:creationId xmlns:a16="http://schemas.microsoft.com/office/drawing/2014/main" id="{6D73E676-17B2-34BF-7E4F-1B6CB90DB1EA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182;p12">
              <a:extLst>
                <a:ext uri="{FF2B5EF4-FFF2-40B4-BE49-F238E27FC236}">
                  <a16:creationId xmlns:a16="http://schemas.microsoft.com/office/drawing/2014/main" id="{B748D3F2-8913-EC3E-6C57-6DD0A1FA3555}"/>
                </a:ext>
              </a:extLst>
            </p:cNvPr>
            <p:cNvGrpSpPr/>
            <p:nvPr/>
          </p:nvGrpSpPr>
          <p:grpSpPr>
            <a:xfrm>
              <a:off x="6573342" y="0"/>
              <a:ext cx="98132" cy="98132"/>
              <a:chOff x="0" y="0"/>
              <a:chExt cx="812800" cy="812800"/>
            </a:xfrm>
          </p:grpSpPr>
          <p:sp>
            <p:nvSpPr>
              <p:cNvPr id="49" name="Google Shape;183;p12">
                <a:extLst>
                  <a:ext uri="{FF2B5EF4-FFF2-40B4-BE49-F238E27FC236}">
                    <a16:creationId xmlns:a16="http://schemas.microsoft.com/office/drawing/2014/main" id="{2665FAE4-C167-0B84-9FD2-DFB517E2A30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84;p12">
                <a:extLst>
                  <a:ext uri="{FF2B5EF4-FFF2-40B4-BE49-F238E27FC236}">
                    <a16:creationId xmlns:a16="http://schemas.microsoft.com/office/drawing/2014/main" id="{F841DC5E-CA26-2831-FC7B-AEDF7A099D54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" name="Google Shape;185;p12">
              <a:extLst>
                <a:ext uri="{FF2B5EF4-FFF2-40B4-BE49-F238E27FC236}">
                  <a16:creationId xmlns:a16="http://schemas.microsoft.com/office/drawing/2014/main" id="{75811194-FA8D-B500-5678-233FF11C22A8}"/>
                </a:ext>
              </a:extLst>
            </p:cNvPr>
            <p:cNvGrpSpPr/>
            <p:nvPr/>
          </p:nvGrpSpPr>
          <p:grpSpPr>
            <a:xfrm>
              <a:off x="6573342" y="1221376"/>
              <a:ext cx="98132" cy="98132"/>
              <a:chOff x="0" y="0"/>
              <a:chExt cx="812800" cy="812800"/>
            </a:xfrm>
          </p:grpSpPr>
          <p:sp>
            <p:nvSpPr>
              <p:cNvPr id="47" name="Google Shape;186;p12">
                <a:extLst>
                  <a:ext uri="{FF2B5EF4-FFF2-40B4-BE49-F238E27FC236}">
                    <a16:creationId xmlns:a16="http://schemas.microsoft.com/office/drawing/2014/main" id="{BFD9DDE2-10EE-500A-22D7-4D621EAE466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87;p12">
                <a:extLst>
                  <a:ext uri="{FF2B5EF4-FFF2-40B4-BE49-F238E27FC236}">
                    <a16:creationId xmlns:a16="http://schemas.microsoft.com/office/drawing/2014/main" id="{41F7B245-90E8-68B6-C1EC-FA25A3204D16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5" name="Google Shape;210;p12">
            <a:extLst>
              <a:ext uri="{FF2B5EF4-FFF2-40B4-BE49-F238E27FC236}">
                <a16:creationId xmlns:a16="http://schemas.microsoft.com/office/drawing/2014/main" id="{94852279-43F1-B346-8C64-CC6045DF2366}"/>
              </a:ext>
            </a:extLst>
          </p:cNvPr>
          <p:cNvSpPr txBox="1"/>
          <p:nvPr/>
        </p:nvSpPr>
        <p:spPr>
          <a:xfrm>
            <a:off x="1802575" y="6883372"/>
            <a:ext cx="1146552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Resume builders – No career intelligence</a:t>
            </a: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50057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940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18"/>
          <p:cNvGrpSpPr/>
          <p:nvPr/>
        </p:nvGrpSpPr>
        <p:grpSpPr>
          <a:xfrm>
            <a:off x="604516" y="326659"/>
            <a:ext cx="17079103" cy="9453080"/>
            <a:chOff x="0" y="-241102"/>
            <a:chExt cx="22772138" cy="12604106"/>
          </a:xfrm>
        </p:grpSpPr>
        <p:grpSp>
          <p:nvGrpSpPr>
            <p:cNvPr id="423" name="Google Shape;423;p18"/>
            <p:cNvGrpSpPr/>
            <p:nvPr/>
          </p:nvGrpSpPr>
          <p:grpSpPr>
            <a:xfrm>
              <a:off x="0" y="-241102"/>
              <a:ext cx="22772138" cy="12604106"/>
              <a:chOff x="0" y="-47625"/>
              <a:chExt cx="4498200" cy="2489700"/>
            </a:xfrm>
          </p:grpSpPr>
          <p:sp>
            <p:nvSpPr>
              <p:cNvPr id="424" name="Google Shape;424;p18"/>
              <p:cNvSpPr/>
              <p:nvPr/>
            </p:nvSpPr>
            <p:spPr>
              <a:xfrm>
                <a:off x="0" y="0"/>
                <a:ext cx="4498165" cy="2442016"/>
              </a:xfrm>
              <a:custGeom>
                <a:avLst/>
                <a:gdLst/>
                <a:ahLst/>
                <a:cxnLst/>
                <a:rect l="l" t="t" r="r" b="b"/>
                <a:pathLst>
                  <a:path w="4498165" h="2442016" extrusionOk="0">
                    <a:moveTo>
                      <a:pt x="0" y="0"/>
                    </a:moveTo>
                    <a:lnTo>
                      <a:pt x="4498165" y="0"/>
                    </a:lnTo>
                    <a:lnTo>
                      <a:pt x="4498165" y="2442016"/>
                    </a:lnTo>
                    <a:lnTo>
                      <a:pt x="0" y="2442016"/>
                    </a:lnTo>
                    <a:close/>
                  </a:path>
                </a:pathLst>
              </a:custGeom>
              <a:gradFill>
                <a:gsLst>
                  <a:gs pos="0">
                    <a:srgbClr val="16181B"/>
                  </a:gs>
                  <a:gs pos="100000">
                    <a:srgbClr val="333940"/>
                  </a:gs>
                </a:gsLst>
                <a:lin ang="2700006" scaled="0"/>
              </a:gra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5" name="Google Shape;425;p18"/>
              <p:cNvSpPr txBox="1"/>
              <p:nvPr/>
            </p:nvSpPr>
            <p:spPr>
              <a:xfrm>
                <a:off x="0" y="-47625"/>
                <a:ext cx="4498200" cy="248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27" name="Google Shape;427;p18"/>
            <p:cNvCxnSpPr/>
            <p:nvPr/>
          </p:nvCxnSpPr>
          <p:spPr>
            <a:xfrm>
              <a:off x="21105630" y="725862"/>
              <a:ext cx="1323600" cy="0"/>
            </a:xfrm>
            <a:prstGeom prst="straightConnector1">
              <a:avLst/>
            </a:prstGeom>
            <a:noFill/>
            <a:ln w="50800" cap="flat" cmpd="sng">
              <a:solidFill>
                <a:srgbClr val="FFFFFF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428" name="Google Shape;428;p18"/>
          <p:cNvGrpSpPr/>
          <p:nvPr/>
        </p:nvGrpSpPr>
        <p:grpSpPr>
          <a:xfrm>
            <a:off x="1360866" y="3312648"/>
            <a:ext cx="1644932" cy="1717493"/>
            <a:chOff x="0" y="-140507"/>
            <a:chExt cx="2193243" cy="2289991"/>
          </a:xfrm>
        </p:grpSpPr>
        <p:grpSp>
          <p:nvGrpSpPr>
            <p:cNvPr id="429" name="Google Shape;429;p18"/>
            <p:cNvGrpSpPr/>
            <p:nvPr/>
          </p:nvGrpSpPr>
          <p:grpSpPr>
            <a:xfrm>
              <a:off x="100595" y="-140507"/>
              <a:ext cx="1992053" cy="2233155"/>
              <a:chOff x="0" y="-47625"/>
              <a:chExt cx="393492" cy="441117"/>
            </a:xfrm>
          </p:grpSpPr>
          <p:sp>
            <p:nvSpPr>
              <p:cNvPr id="430" name="Google Shape;430;p18"/>
              <p:cNvSpPr/>
              <p:nvPr/>
            </p:nvSpPr>
            <p:spPr>
              <a:xfrm>
                <a:off x="0" y="0"/>
                <a:ext cx="393492" cy="393492"/>
              </a:xfrm>
              <a:custGeom>
                <a:avLst/>
                <a:gdLst/>
                <a:ahLst/>
                <a:cxnLst/>
                <a:rect l="l" t="t" r="r" b="b"/>
                <a:pathLst>
                  <a:path w="393492" h="393492" extrusionOk="0">
                    <a:moveTo>
                      <a:pt x="0" y="0"/>
                    </a:moveTo>
                    <a:lnTo>
                      <a:pt x="393492" y="0"/>
                    </a:lnTo>
                    <a:lnTo>
                      <a:pt x="393492" y="393492"/>
                    </a:lnTo>
                    <a:lnTo>
                      <a:pt x="0" y="39349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1" name="Google Shape;431;p18"/>
              <p:cNvSpPr txBox="1"/>
              <p:nvPr/>
            </p:nvSpPr>
            <p:spPr>
              <a:xfrm>
                <a:off x="0" y="-47625"/>
                <a:ext cx="393492" cy="4411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2" name="Google Shape;432;p18"/>
            <p:cNvGrpSpPr/>
            <p:nvPr/>
          </p:nvGrpSpPr>
          <p:grpSpPr>
            <a:xfrm>
              <a:off x="0" y="0"/>
              <a:ext cx="201190" cy="201190"/>
              <a:chOff x="0" y="0"/>
              <a:chExt cx="812800" cy="812800"/>
            </a:xfrm>
          </p:grpSpPr>
          <p:sp>
            <p:nvSpPr>
              <p:cNvPr id="433" name="Google Shape;433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5" name="Google Shape;435;p18"/>
            <p:cNvGrpSpPr/>
            <p:nvPr/>
          </p:nvGrpSpPr>
          <p:grpSpPr>
            <a:xfrm>
              <a:off x="0" y="1948294"/>
              <a:ext cx="201190" cy="201190"/>
              <a:chOff x="0" y="0"/>
              <a:chExt cx="812800" cy="812800"/>
            </a:xfrm>
          </p:grpSpPr>
          <p:sp>
            <p:nvSpPr>
              <p:cNvPr id="436" name="Google Shape;436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" name="Google Shape;438;p18"/>
            <p:cNvGrpSpPr/>
            <p:nvPr/>
          </p:nvGrpSpPr>
          <p:grpSpPr>
            <a:xfrm>
              <a:off x="1992053" y="0"/>
              <a:ext cx="201190" cy="201190"/>
              <a:chOff x="0" y="0"/>
              <a:chExt cx="812800" cy="812800"/>
            </a:xfrm>
          </p:grpSpPr>
          <p:sp>
            <p:nvSpPr>
              <p:cNvPr id="439" name="Google Shape;439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1" name="Google Shape;441;p18"/>
            <p:cNvGrpSpPr/>
            <p:nvPr/>
          </p:nvGrpSpPr>
          <p:grpSpPr>
            <a:xfrm>
              <a:off x="1992053" y="1948294"/>
              <a:ext cx="201190" cy="201190"/>
              <a:chOff x="0" y="0"/>
              <a:chExt cx="812800" cy="812800"/>
            </a:xfrm>
          </p:grpSpPr>
          <p:sp>
            <p:nvSpPr>
              <p:cNvPr id="442" name="Google Shape;442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4" name="Google Shape;444;p18"/>
          <p:cNvGrpSpPr/>
          <p:nvPr/>
        </p:nvGrpSpPr>
        <p:grpSpPr>
          <a:xfrm>
            <a:off x="8030020" y="3312648"/>
            <a:ext cx="1644932" cy="1717493"/>
            <a:chOff x="0" y="-140507"/>
            <a:chExt cx="2193243" cy="2289991"/>
          </a:xfrm>
        </p:grpSpPr>
        <p:grpSp>
          <p:nvGrpSpPr>
            <p:cNvPr id="445" name="Google Shape;445;p18"/>
            <p:cNvGrpSpPr/>
            <p:nvPr/>
          </p:nvGrpSpPr>
          <p:grpSpPr>
            <a:xfrm>
              <a:off x="100595" y="-140507"/>
              <a:ext cx="1992053" cy="2233155"/>
              <a:chOff x="0" y="-47625"/>
              <a:chExt cx="393492" cy="441117"/>
            </a:xfrm>
          </p:grpSpPr>
          <p:sp>
            <p:nvSpPr>
              <p:cNvPr id="446" name="Google Shape;446;p18"/>
              <p:cNvSpPr/>
              <p:nvPr/>
            </p:nvSpPr>
            <p:spPr>
              <a:xfrm>
                <a:off x="0" y="0"/>
                <a:ext cx="393492" cy="393492"/>
              </a:xfrm>
              <a:custGeom>
                <a:avLst/>
                <a:gdLst/>
                <a:ahLst/>
                <a:cxnLst/>
                <a:rect l="l" t="t" r="r" b="b"/>
                <a:pathLst>
                  <a:path w="393492" h="393492" extrusionOk="0">
                    <a:moveTo>
                      <a:pt x="0" y="0"/>
                    </a:moveTo>
                    <a:lnTo>
                      <a:pt x="393492" y="0"/>
                    </a:lnTo>
                    <a:lnTo>
                      <a:pt x="393492" y="393492"/>
                    </a:lnTo>
                    <a:lnTo>
                      <a:pt x="0" y="39349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7" name="Google Shape;447;p18"/>
              <p:cNvSpPr txBox="1"/>
              <p:nvPr/>
            </p:nvSpPr>
            <p:spPr>
              <a:xfrm>
                <a:off x="0" y="-47625"/>
                <a:ext cx="393492" cy="4411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8" name="Google Shape;448;p18"/>
            <p:cNvGrpSpPr/>
            <p:nvPr/>
          </p:nvGrpSpPr>
          <p:grpSpPr>
            <a:xfrm>
              <a:off x="0" y="0"/>
              <a:ext cx="201190" cy="201190"/>
              <a:chOff x="0" y="0"/>
              <a:chExt cx="812800" cy="812800"/>
            </a:xfrm>
          </p:grpSpPr>
          <p:sp>
            <p:nvSpPr>
              <p:cNvPr id="449" name="Google Shape;449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1" name="Google Shape;451;p18"/>
            <p:cNvGrpSpPr/>
            <p:nvPr/>
          </p:nvGrpSpPr>
          <p:grpSpPr>
            <a:xfrm>
              <a:off x="0" y="1948294"/>
              <a:ext cx="201190" cy="201190"/>
              <a:chOff x="0" y="0"/>
              <a:chExt cx="812800" cy="812800"/>
            </a:xfrm>
          </p:grpSpPr>
          <p:sp>
            <p:nvSpPr>
              <p:cNvPr id="452" name="Google Shape;452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4" name="Google Shape;454;p18"/>
            <p:cNvGrpSpPr/>
            <p:nvPr/>
          </p:nvGrpSpPr>
          <p:grpSpPr>
            <a:xfrm>
              <a:off x="1992053" y="0"/>
              <a:ext cx="201190" cy="201190"/>
              <a:chOff x="0" y="0"/>
              <a:chExt cx="812800" cy="812800"/>
            </a:xfrm>
          </p:grpSpPr>
          <p:sp>
            <p:nvSpPr>
              <p:cNvPr id="455" name="Google Shape;455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7" name="Google Shape;457;p18"/>
            <p:cNvGrpSpPr/>
            <p:nvPr/>
          </p:nvGrpSpPr>
          <p:grpSpPr>
            <a:xfrm>
              <a:off x="1992053" y="1948294"/>
              <a:ext cx="201190" cy="201190"/>
              <a:chOff x="0" y="0"/>
              <a:chExt cx="812800" cy="812800"/>
            </a:xfrm>
          </p:grpSpPr>
          <p:sp>
            <p:nvSpPr>
              <p:cNvPr id="458" name="Google Shape;458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0" name="Google Shape;460;p18"/>
          <p:cNvGrpSpPr/>
          <p:nvPr/>
        </p:nvGrpSpPr>
        <p:grpSpPr>
          <a:xfrm>
            <a:off x="1360866" y="6305844"/>
            <a:ext cx="1644932" cy="1717493"/>
            <a:chOff x="0" y="-140507"/>
            <a:chExt cx="2193243" cy="2289991"/>
          </a:xfrm>
        </p:grpSpPr>
        <p:grpSp>
          <p:nvGrpSpPr>
            <p:cNvPr id="461" name="Google Shape;461;p18"/>
            <p:cNvGrpSpPr/>
            <p:nvPr/>
          </p:nvGrpSpPr>
          <p:grpSpPr>
            <a:xfrm>
              <a:off x="100595" y="-140507"/>
              <a:ext cx="1992053" cy="2233155"/>
              <a:chOff x="0" y="-47625"/>
              <a:chExt cx="393492" cy="441117"/>
            </a:xfrm>
          </p:grpSpPr>
          <p:sp>
            <p:nvSpPr>
              <p:cNvPr id="462" name="Google Shape;462;p18"/>
              <p:cNvSpPr/>
              <p:nvPr/>
            </p:nvSpPr>
            <p:spPr>
              <a:xfrm>
                <a:off x="0" y="0"/>
                <a:ext cx="393492" cy="393492"/>
              </a:xfrm>
              <a:custGeom>
                <a:avLst/>
                <a:gdLst/>
                <a:ahLst/>
                <a:cxnLst/>
                <a:rect l="l" t="t" r="r" b="b"/>
                <a:pathLst>
                  <a:path w="393492" h="393492" extrusionOk="0">
                    <a:moveTo>
                      <a:pt x="0" y="0"/>
                    </a:moveTo>
                    <a:lnTo>
                      <a:pt x="393492" y="0"/>
                    </a:lnTo>
                    <a:lnTo>
                      <a:pt x="393492" y="393492"/>
                    </a:lnTo>
                    <a:lnTo>
                      <a:pt x="0" y="39349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3" name="Google Shape;463;p18"/>
              <p:cNvSpPr txBox="1"/>
              <p:nvPr/>
            </p:nvSpPr>
            <p:spPr>
              <a:xfrm>
                <a:off x="0" y="-47625"/>
                <a:ext cx="393492" cy="4411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18"/>
            <p:cNvGrpSpPr/>
            <p:nvPr/>
          </p:nvGrpSpPr>
          <p:grpSpPr>
            <a:xfrm>
              <a:off x="0" y="0"/>
              <a:ext cx="201190" cy="201190"/>
              <a:chOff x="0" y="0"/>
              <a:chExt cx="812800" cy="812800"/>
            </a:xfrm>
          </p:grpSpPr>
          <p:sp>
            <p:nvSpPr>
              <p:cNvPr id="465" name="Google Shape;465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7" name="Google Shape;467;p18"/>
            <p:cNvGrpSpPr/>
            <p:nvPr/>
          </p:nvGrpSpPr>
          <p:grpSpPr>
            <a:xfrm>
              <a:off x="0" y="1948294"/>
              <a:ext cx="201190" cy="201190"/>
              <a:chOff x="0" y="0"/>
              <a:chExt cx="812800" cy="812800"/>
            </a:xfrm>
          </p:grpSpPr>
          <p:sp>
            <p:nvSpPr>
              <p:cNvPr id="468" name="Google Shape;468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0" name="Google Shape;470;p18"/>
            <p:cNvGrpSpPr/>
            <p:nvPr/>
          </p:nvGrpSpPr>
          <p:grpSpPr>
            <a:xfrm>
              <a:off x="1992053" y="0"/>
              <a:ext cx="201190" cy="201190"/>
              <a:chOff x="0" y="0"/>
              <a:chExt cx="812800" cy="812800"/>
            </a:xfrm>
          </p:grpSpPr>
          <p:sp>
            <p:nvSpPr>
              <p:cNvPr id="471" name="Google Shape;471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3" name="Google Shape;473;p18"/>
            <p:cNvGrpSpPr/>
            <p:nvPr/>
          </p:nvGrpSpPr>
          <p:grpSpPr>
            <a:xfrm>
              <a:off x="1992053" y="1948294"/>
              <a:ext cx="201190" cy="201190"/>
              <a:chOff x="0" y="0"/>
              <a:chExt cx="812800" cy="812800"/>
            </a:xfrm>
          </p:grpSpPr>
          <p:sp>
            <p:nvSpPr>
              <p:cNvPr id="474" name="Google Shape;474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6" name="Google Shape;476;p18"/>
          <p:cNvGrpSpPr/>
          <p:nvPr/>
        </p:nvGrpSpPr>
        <p:grpSpPr>
          <a:xfrm>
            <a:off x="8030020" y="6305844"/>
            <a:ext cx="1644932" cy="1717493"/>
            <a:chOff x="0" y="-140507"/>
            <a:chExt cx="2193243" cy="2289991"/>
          </a:xfrm>
        </p:grpSpPr>
        <p:grpSp>
          <p:nvGrpSpPr>
            <p:cNvPr id="477" name="Google Shape;477;p18"/>
            <p:cNvGrpSpPr/>
            <p:nvPr/>
          </p:nvGrpSpPr>
          <p:grpSpPr>
            <a:xfrm>
              <a:off x="100595" y="-140507"/>
              <a:ext cx="1992053" cy="2233155"/>
              <a:chOff x="0" y="-47625"/>
              <a:chExt cx="393492" cy="441117"/>
            </a:xfrm>
          </p:grpSpPr>
          <p:sp>
            <p:nvSpPr>
              <p:cNvPr id="478" name="Google Shape;478;p18"/>
              <p:cNvSpPr/>
              <p:nvPr/>
            </p:nvSpPr>
            <p:spPr>
              <a:xfrm>
                <a:off x="0" y="0"/>
                <a:ext cx="393492" cy="393492"/>
              </a:xfrm>
              <a:custGeom>
                <a:avLst/>
                <a:gdLst/>
                <a:ahLst/>
                <a:cxnLst/>
                <a:rect l="l" t="t" r="r" b="b"/>
                <a:pathLst>
                  <a:path w="393492" h="393492" extrusionOk="0">
                    <a:moveTo>
                      <a:pt x="0" y="0"/>
                    </a:moveTo>
                    <a:lnTo>
                      <a:pt x="393492" y="0"/>
                    </a:lnTo>
                    <a:lnTo>
                      <a:pt x="393492" y="393492"/>
                    </a:lnTo>
                    <a:lnTo>
                      <a:pt x="0" y="39349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9" name="Google Shape;479;p18"/>
              <p:cNvSpPr txBox="1"/>
              <p:nvPr/>
            </p:nvSpPr>
            <p:spPr>
              <a:xfrm>
                <a:off x="0" y="-47625"/>
                <a:ext cx="393492" cy="4411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0" name="Google Shape;480;p18"/>
            <p:cNvGrpSpPr/>
            <p:nvPr/>
          </p:nvGrpSpPr>
          <p:grpSpPr>
            <a:xfrm>
              <a:off x="0" y="0"/>
              <a:ext cx="201190" cy="201190"/>
              <a:chOff x="0" y="0"/>
              <a:chExt cx="812800" cy="812800"/>
            </a:xfrm>
          </p:grpSpPr>
          <p:sp>
            <p:nvSpPr>
              <p:cNvPr id="481" name="Google Shape;481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3" name="Google Shape;483;p18"/>
            <p:cNvGrpSpPr/>
            <p:nvPr/>
          </p:nvGrpSpPr>
          <p:grpSpPr>
            <a:xfrm>
              <a:off x="0" y="1948294"/>
              <a:ext cx="201190" cy="201190"/>
              <a:chOff x="0" y="0"/>
              <a:chExt cx="812800" cy="812800"/>
            </a:xfrm>
          </p:grpSpPr>
          <p:sp>
            <p:nvSpPr>
              <p:cNvPr id="484" name="Google Shape;484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6" name="Google Shape;486;p18"/>
            <p:cNvGrpSpPr/>
            <p:nvPr/>
          </p:nvGrpSpPr>
          <p:grpSpPr>
            <a:xfrm>
              <a:off x="1992053" y="0"/>
              <a:ext cx="201190" cy="201190"/>
              <a:chOff x="0" y="0"/>
              <a:chExt cx="812800" cy="812800"/>
            </a:xfrm>
          </p:grpSpPr>
          <p:sp>
            <p:nvSpPr>
              <p:cNvPr id="487" name="Google Shape;487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9" name="Google Shape;489;p18"/>
            <p:cNvGrpSpPr/>
            <p:nvPr/>
          </p:nvGrpSpPr>
          <p:grpSpPr>
            <a:xfrm>
              <a:off x="1992053" y="1948294"/>
              <a:ext cx="201190" cy="201190"/>
              <a:chOff x="0" y="0"/>
              <a:chExt cx="812800" cy="812800"/>
            </a:xfrm>
          </p:grpSpPr>
          <p:sp>
            <p:nvSpPr>
              <p:cNvPr id="490" name="Google Shape;490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92" name="Google Shape;492;p18"/>
          <p:cNvSpPr txBox="1"/>
          <p:nvPr/>
        </p:nvSpPr>
        <p:spPr>
          <a:xfrm>
            <a:off x="1360865" y="1372247"/>
            <a:ext cx="10275611" cy="1296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17"/>
              </a:lnSpc>
            </a:pPr>
            <a:r>
              <a:rPr lang="en-US" sz="7019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Proposed Solution</a:t>
            </a:r>
            <a:endParaRPr dirty="0"/>
          </a:p>
        </p:txBody>
      </p:sp>
      <p:sp>
        <p:nvSpPr>
          <p:cNvPr id="493" name="Google Shape;493;p18"/>
          <p:cNvSpPr txBox="1"/>
          <p:nvPr/>
        </p:nvSpPr>
        <p:spPr>
          <a:xfrm>
            <a:off x="3460744" y="3445061"/>
            <a:ext cx="3870752" cy="746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43" b="0" i="0" u="none" strike="noStrike" cap="none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AI</a:t>
            </a:r>
            <a:endParaRPr dirty="0"/>
          </a:p>
        </p:txBody>
      </p:sp>
      <p:sp>
        <p:nvSpPr>
          <p:cNvPr id="494" name="Google Shape;494;p18"/>
          <p:cNvSpPr txBox="1"/>
          <p:nvPr/>
        </p:nvSpPr>
        <p:spPr>
          <a:xfrm>
            <a:off x="10264111" y="3445061"/>
            <a:ext cx="4032753" cy="746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43" b="0" i="0" u="none" strike="noStrike" cap="none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Adaptive</a:t>
            </a:r>
            <a:endParaRPr dirty="0"/>
          </a:p>
        </p:txBody>
      </p:sp>
      <p:sp>
        <p:nvSpPr>
          <p:cNvPr id="495" name="Google Shape;495;p18"/>
          <p:cNvSpPr txBox="1"/>
          <p:nvPr/>
        </p:nvSpPr>
        <p:spPr>
          <a:xfrm>
            <a:off x="3460744" y="6438257"/>
            <a:ext cx="4355399" cy="746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43" b="0" i="0" u="none" strike="noStrike" cap="none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Coding</a:t>
            </a:r>
            <a:endParaRPr dirty="0"/>
          </a:p>
        </p:txBody>
      </p:sp>
      <p:sp>
        <p:nvSpPr>
          <p:cNvPr id="496" name="Google Shape;496;p18"/>
          <p:cNvSpPr txBox="1"/>
          <p:nvPr/>
        </p:nvSpPr>
        <p:spPr>
          <a:xfrm>
            <a:off x="10264111" y="6194421"/>
            <a:ext cx="4621920" cy="746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43" b="0" i="0" u="none" strike="noStrike" cap="none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Analyzer &amp; Trend</a:t>
            </a:r>
            <a:endParaRPr dirty="0"/>
          </a:p>
        </p:txBody>
      </p:sp>
      <p:sp>
        <p:nvSpPr>
          <p:cNvPr id="497" name="Google Shape;497;p18"/>
          <p:cNvSpPr txBox="1"/>
          <p:nvPr/>
        </p:nvSpPr>
        <p:spPr>
          <a:xfrm>
            <a:off x="3460744" y="4190106"/>
            <a:ext cx="3167100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career counselor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18"/>
          <p:cNvSpPr txBox="1"/>
          <p:nvPr/>
        </p:nvSpPr>
        <p:spPr>
          <a:xfrm>
            <a:off x="10264111" y="4190106"/>
            <a:ext cx="3339300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career assessments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9" name="Google Shape;499;p18"/>
          <p:cNvSpPr txBox="1"/>
          <p:nvPr/>
        </p:nvSpPr>
        <p:spPr>
          <a:xfrm>
            <a:off x="3460744" y="7183302"/>
            <a:ext cx="3494100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challenge validation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0" name="Google Shape;500;p18"/>
          <p:cNvSpPr txBox="1"/>
          <p:nvPr/>
        </p:nvSpPr>
        <p:spPr>
          <a:xfrm>
            <a:off x="10264111" y="6939467"/>
            <a:ext cx="3339300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Resume analyzer and Industry trend insights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1" name="Google Shape;5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4108" y="2156300"/>
            <a:ext cx="6334544" cy="6802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58696" y="8037605"/>
            <a:ext cx="1260200" cy="1138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41601" y="1153902"/>
            <a:ext cx="1644900" cy="1676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5438" y="3689808"/>
            <a:ext cx="1056800" cy="1068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55714" y="3681988"/>
            <a:ext cx="1084175" cy="10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05450" y="6681774"/>
            <a:ext cx="1056775" cy="1098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50100" y="6620940"/>
            <a:ext cx="1056775" cy="108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940"/>
        </a:solidFill>
        <a:effectLst/>
      </p:bgPr>
    </p:bg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0" name="Google Shape;650;p22"/>
          <p:cNvGrpSpPr/>
          <p:nvPr/>
        </p:nvGrpSpPr>
        <p:grpSpPr>
          <a:xfrm>
            <a:off x="604516" y="326659"/>
            <a:ext cx="17078972" cy="9452856"/>
            <a:chOff x="0" y="-241102"/>
            <a:chExt cx="22771962" cy="12603808"/>
          </a:xfrm>
        </p:grpSpPr>
        <p:grpSp>
          <p:nvGrpSpPr>
            <p:cNvPr id="651" name="Google Shape;651;p22"/>
            <p:cNvGrpSpPr/>
            <p:nvPr/>
          </p:nvGrpSpPr>
          <p:grpSpPr>
            <a:xfrm>
              <a:off x="0" y="-241102"/>
              <a:ext cx="22771962" cy="12603808"/>
              <a:chOff x="0" y="-47625"/>
              <a:chExt cx="4498165" cy="2489641"/>
            </a:xfrm>
          </p:grpSpPr>
          <p:sp>
            <p:nvSpPr>
              <p:cNvPr id="652" name="Google Shape;652;p22"/>
              <p:cNvSpPr/>
              <p:nvPr/>
            </p:nvSpPr>
            <p:spPr>
              <a:xfrm>
                <a:off x="0" y="0"/>
                <a:ext cx="4498165" cy="2442016"/>
              </a:xfrm>
              <a:custGeom>
                <a:avLst/>
                <a:gdLst/>
                <a:ahLst/>
                <a:cxnLst/>
                <a:rect l="l" t="t" r="r" b="b"/>
                <a:pathLst>
                  <a:path w="4498165" h="2442016" extrusionOk="0">
                    <a:moveTo>
                      <a:pt x="0" y="0"/>
                    </a:moveTo>
                    <a:lnTo>
                      <a:pt x="4498165" y="0"/>
                    </a:lnTo>
                    <a:lnTo>
                      <a:pt x="4498165" y="2442016"/>
                    </a:lnTo>
                    <a:lnTo>
                      <a:pt x="0" y="2442016"/>
                    </a:lnTo>
                    <a:close/>
                  </a:path>
                </a:pathLst>
              </a:custGeom>
              <a:gradFill>
                <a:gsLst>
                  <a:gs pos="0">
                    <a:srgbClr val="16181B"/>
                  </a:gs>
                  <a:gs pos="100000">
                    <a:srgbClr val="333940"/>
                  </a:gs>
                </a:gsLst>
                <a:lin ang="2700000" scaled="0"/>
              </a:gra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53" name="Google Shape;653;p22"/>
              <p:cNvSpPr txBox="1"/>
              <p:nvPr/>
            </p:nvSpPr>
            <p:spPr>
              <a:xfrm>
                <a:off x="0" y="-47625"/>
                <a:ext cx="4498164" cy="24896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55" name="Google Shape;655;p22"/>
            <p:cNvCxnSpPr/>
            <p:nvPr/>
          </p:nvCxnSpPr>
          <p:spPr>
            <a:xfrm>
              <a:off x="21105630" y="725862"/>
              <a:ext cx="1323748" cy="0"/>
            </a:xfrm>
            <a:prstGeom prst="straightConnector1">
              <a:avLst/>
            </a:prstGeom>
            <a:noFill/>
            <a:ln w="50800" cap="flat" cmpd="sng">
              <a:solidFill>
                <a:srgbClr val="FFFFFF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656" name="Google Shape;656;p22"/>
          <p:cNvSpPr txBox="1"/>
          <p:nvPr/>
        </p:nvSpPr>
        <p:spPr>
          <a:xfrm>
            <a:off x="1261501" y="3731187"/>
            <a:ext cx="5158276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85"/>
              </a:lnSpc>
            </a:pPr>
            <a:r>
              <a:rPr lang="en-US" sz="4400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Frontend</a:t>
            </a:r>
            <a:endParaRPr sz="1600" dirty="0"/>
          </a:p>
        </p:txBody>
      </p:sp>
      <p:sp>
        <p:nvSpPr>
          <p:cNvPr id="657" name="Google Shape;657;p22"/>
          <p:cNvSpPr txBox="1"/>
          <p:nvPr/>
        </p:nvSpPr>
        <p:spPr>
          <a:xfrm>
            <a:off x="6515772" y="3731187"/>
            <a:ext cx="5158276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85"/>
              </a:lnSpc>
            </a:pPr>
            <a:r>
              <a:rPr lang="en-US" sz="4400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Backend</a:t>
            </a:r>
            <a:endParaRPr sz="1600" dirty="0"/>
          </a:p>
        </p:txBody>
      </p:sp>
      <p:sp>
        <p:nvSpPr>
          <p:cNvPr id="659" name="Google Shape;659;p22"/>
          <p:cNvSpPr txBox="1"/>
          <p:nvPr/>
        </p:nvSpPr>
        <p:spPr>
          <a:xfrm>
            <a:off x="1261501" y="4583740"/>
            <a:ext cx="3944674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Next.js, React, TypeScript, Tailwind CSS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0" name="Google Shape;660;p22"/>
          <p:cNvSpPr txBox="1"/>
          <p:nvPr/>
        </p:nvSpPr>
        <p:spPr>
          <a:xfrm>
            <a:off x="6515772" y="4583740"/>
            <a:ext cx="39446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Supabase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(PostgreSQL)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62" name="Google Shape;662;p22"/>
          <p:cNvGrpSpPr/>
          <p:nvPr/>
        </p:nvGrpSpPr>
        <p:grpSpPr>
          <a:xfrm>
            <a:off x="1028700" y="1013575"/>
            <a:ext cx="9070308" cy="1452189"/>
            <a:chOff x="0" y="0"/>
            <a:chExt cx="10342430" cy="1936252"/>
          </a:xfrm>
        </p:grpSpPr>
        <p:cxnSp>
          <p:nvCxnSpPr>
            <p:cNvPr id="663" name="Google Shape;663;p22"/>
            <p:cNvCxnSpPr/>
            <p:nvPr/>
          </p:nvCxnSpPr>
          <p:spPr>
            <a:xfrm>
              <a:off x="85952" y="75250"/>
              <a:ext cx="10180414" cy="0"/>
            </a:xfrm>
            <a:prstGeom prst="straightConnector1">
              <a:avLst/>
            </a:pr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4" name="Google Shape;664;p22"/>
            <p:cNvCxnSpPr/>
            <p:nvPr/>
          </p:nvCxnSpPr>
          <p:spPr>
            <a:xfrm rot="10800000">
              <a:off x="10276254" y="75250"/>
              <a:ext cx="0" cy="1789002"/>
            </a:xfrm>
            <a:prstGeom prst="straightConnector1">
              <a:avLst/>
            </a:pr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5" name="Google Shape;665;p22"/>
            <p:cNvCxnSpPr/>
            <p:nvPr/>
          </p:nvCxnSpPr>
          <p:spPr>
            <a:xfrm>
              <a:off x="85952" y="1854893"/>
              <a:ext cx="10180414" cy="0"/>
            </a:xfrm>
            <a:prstGeom prst="straightConnector1">
              <a:avLst/>
            </a:pr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6" name="Google Shape;666;p22"/>
            <p:cNvCxnSpPr/>
            <p:nvPr/>
          </p:nvCxnSpPr>
          <p:spPr>
            <a:xfrm rot="10800000">
              <a:off x="76065" y="75250"/>
              <a:ext cx="0" cy="1789002"/>
            </a:xfrm>
            <a:prstGeom prst="straightConnector1">
              <a:avLst/>
            </a:pr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667" name="Google Shape;667;p22"/>
            <p:cNvGrpSpPr/>
            <p:nvPr/>
          </p:nvGrpSpPr>
          <p:grpSpPr>
            <a:xfrm>
              <a:off x="0" y="0"/>
              <a:ext cx="152129" cy="144000"/>
              <a:chOff x="0" y="0"/>
              <a:chExt cx="858687" cy="812800"/>
            </a:xfrm>
          </p:grpSpPr>
          <p:sp>
            <p:nvSpPr>
              <p:cNvPr id="668" name="Google Shape;668;p22"/>
              <p:cNvSpPr/>
              <p:nvPr/>
            </p:nvSpPr>
            <p:spPr>
              <a:xfrm>
                <a:off x="0" y="0"/>
                <a:ext cx="85868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58687" h="812800" extrusionOk="0">
                    <a:moveTo>
                      <a:pt x="429343" y="0"/>
                    </a:moveTo>
                    <a:cubicBezTo>
                      <a:pt x="192224" y="0"/>
                      <a:pt x="0" y="181951"/>
                      <a:pt x="0" y="406400"/>
                    </a:cubicBezTo>
                    <a:cubicBezTo>
                      <a:pt x="0" y="630849"/>
                      <a:pt x="192224" y="812800"/>
                      <a:pt x="429343" y="812800"/>
                    </a:cubicBezTo>
                    <a:cubicBezTo>
                      <a:pt x="666463" y="812800"/>
                      <a:pt x="858687" y="630849"/>
                      <a:pt x="858687" y="406400"/>
                    </a:cubicBezTo>
                    <a:cubicBezTo>
                      <a:pt x="858687" y="181951"/>
                      <a:pt x="666463" y="0"/>
                      <a:pt x="4293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22"/>
              <p:cNvSpPr txBox="1"/>
              <p:nvPr/>
            </p:nvSpPr>
            <p:spPr>
              <a:xfrm>
                <a:off x="80502" y="28575"/>
                <a:ext cx="697683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0" name="Google Shape;670;p22"/>
            <p:cNvGrpSpPr/>
            <p:nvPr/>
          </p:nvGrpSpPr>
          <p:grpSpPr>
            <a:xfrm>
              <a:off x="0" y="1792252"/>
              <a:ext cx="152129" cy="144000"/>
              <a:chOff x="0" y="0"/>
              <a:chExt cx="858687" cy="812800"/>
            </a:xfrm>
          </p:grpSpPr>
          <p:sp>
            <p:nvSpPr>
              <p:cNvPr id="671" name="Google Shape;671;p22"/>
              <p:cNvSpPr/>
              <p:nvPr/>
            </p:nvSpPr>
            <p:spPr>
              <a:xfrm>
                <a:off x="0" y="0"/>
                <a:ext cx="85868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58687" h="812800" extrusionOk="0">
                    <a:moveTo>
                      <a:pt x="429343" y="0"/>
                    </a:moveTo>
                    <a:cubicBezTo>
                      <a:pt x="192224" y="0"/>
                      <a:pt x="0" y="181951"/>
                      <a:pt x="0" y="406400"/>
                    </a:cubicBezTo>
                    <a:cubicBezTo>
                      <a:pt x="0" y="630849"/>
                      <a:pt x="192224" y="812800"/>
                      <a:pt x="429343" y="812800"/>
                    </a:cubicBezTo>
                    <a:cubicBezTo>
                      <a:pt x="666463" y="812800"/>
                      <a:pt x="858687" y="630849"/>
                      <a:pt x="858687" y="406400"/>
                    </a:cubicBezTo>
                    <a:cubicBezTo>
                      <a:pt x="858687" y="181951"/>
                      <a:pt x="666463" y="0"/>
                      <a:pt x="4293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22"/>
              <p:cNvSpPr txBox="1"/>
              <p:nvPr/>
            </p:nvSpPr>
            <p:spPr>
              <a:xfrm>
                <a:off x="80502" y="28575"/>
                <a:ext cx="697683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3" name="Google Shape;673;p22"/>
            <p:cNvGrpSpPr/>
            <p:nvPr/>
          </p:nvGrpSpPr>
          <p:grpSpPr>
            <a:xfrm>
              <a:off x="10190301" y="0"/>
              <a:ext cx="152129" cy="144000"/>
              <a:chOff x="0" y="0"/>
              <a:chExt cx="858687" cy="812800"/>
            </a:xfrm>
          </p:grpSpPr>
          <p:sp>
            <p:nvSpPr>
              <p:cNvPr id="674" name="Google Shape;674;p22"/>
              <p:cNvSpPr/>
              <p:nvPr/>
            </p:nvSpPr>
            <p:spPr>
              <a:xfrm>
                <a:off x="0" y="0"/>
                <a:ext cx="85868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58687" h="812800" extrusionOk="0">
                    <a:moveTo>
                      <a:pt x="429343" y="0"/>
                    </a:moveTo>
                    <a:cubicBezTo>
                      <a:pt x="192224" y="0"/>
                      <a:pt x="0" y="181951"/>
                      <a:pt x="0" y="406400"/>
                    </a:cubicBezTo>
                    <a:cubicBezTo>
                      <a:pt x="0" y="630849"/>
                      <a:pt x="192224" y="812800"/>
                      <a:pt x="429343" y="812800"/>
                    </a:cubicBezTo>
                    <a:cubicBezTo>
                      <a:pt x="666463" y="812800"/>
                      <a:pt x="858687" y="630849"/>
                      <a:pt x="858687" y="406400"/>
                    </a:cubicBezTo>
                    <a:cubicBezTo>
                      <a:pt x="858687" y="181951"/>
                      <a:pt x="666463" y="0"/>
                      <a:pt x="4293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22"/>
              <p:cNvSpPr txBox="1"/>
              <p:nvPr/>
            </p:nvSpPr>
            <p:spPr>
              <a:xfrm>
                <a:off x="80502" y="28575"/>
                <a:ext cx="697683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6" name="Google Shape;676;p22"/>
            <p:cNvGrpSpPr/>
            <p:nvPr/>
          </p:nvGrpSpPr>
          <p:grpSpPr>
            <a:xfrm>
              <a:off x="10190301" y="1792252"/>
              <a:ext cx="152129" cy="144000"/>
              <a:chOff x="0" y="0"/>
              <a:chExt cx="858687" cy="812800"/>
            </a:xfrm>
          </p:grpSpPr>
          <p:sp>
            <p:nvSpPr>
              <p:cNvPr id="677" name="Google Shape;677;p22"/>
              <p:cNvSpPr/>
              <p:nvPr/>
            </p:nvSpPr>
            <p:spPr>
              <a:xfrm>
                <a:off x="0" y="0"/>
                <a:ext cx="85868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58687" h="812800" extrusionOk="0">
                    <a:moveTo>
                      <a:pt x="429343" y="0"/>
                    </a:moveTo>
                    <a:cubicBezTo>
                      <a:pt x="192224" y="0"/>
                      <a:pt x="0" y="181951"/>
                      <a:pt x="0" y="406400"/>
                    </a:cubicBezTo>
                    <a:cubicBezTo>
                      <a:pt x="0" y="630849"/>
                      <a:pt x="192224" y="812800"/>
                      <a:pt x="429343" y="812800"/>
                    </a:cubicBezTo>
                    <a:cubicBezTo>
                      <a:pt x="666463" y="812800"/>
                      <a:pt x="858687" y="630849"/>
                      <a:pt x="858687" y="406400"/>
                    </a:cubicBezTo>
                    <a:cubicBezTo>
                      <a:pt x="858687" y="181951"/>
                      <a:pt x="666463" y="0"/>
                      <a:pt x="4293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22"/>
              <p:cNvSpPr txBox="1"/>
              <p:nvPr/>
            </p:nvSpPr>
            <p:spPr>
              <a:xfrm>
                <a:off x="80502" y="28575"/>
                <a:ext cx="697683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9" name="Google Shape;679;p22"/>
          <p:cNvSpPr txBox="1"/>
          <p:nvPr/>
        </p:nvSpPr>
        <p:spPr>
          <a:xfrm>
            <a:off x="1369697" y="1206299"/>
            <a:ext cx="9090749" cy="1296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17"/>
              </a:lnSpc>
            </a:pPr>
            <a:r>
              <a:rPr lang="en-US" sz="7019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Technology Stack</a:t>
            </a:r>
            <a:endParaRPr dirty="0"/>
          </a:p>
        </p:txBody>
      </p:sp>
      <p:pic>
        <p:nvPicPr>
          <p:cNvPr id="680" name="Google Shape;68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3815" y="1762670"/>
            <a:ext cx="4163785" cy="240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4836" y="7915075"/>
            <a:ext cx="1759811" cy="165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60450" y="1553526"/>
            <a:ext cx="1553144" cy="165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56;p22">
            <a:extLst>
              <a:ext uri="{FF2B5EF4-FFF2-40B4-BE49-F238E27FC236}">
                <a16:creationId xmlns:a16="http://schemas.microsoft.com/office/drawing/2014/main" id="{32617EB2-F238-36F9-BEDD-C3460A7A7869}"/>
              </a:ext>
            </a:extLst>
          </p:cNvPr>
          <p:cNvSpPr txBox="1"/>
          <p:nvPr/>
        </p:nvSpPr>
        <p:spPr>
          <a:xfrm>
            <a:off x="1261501" y="6054135"/>
            <a:ext cx="5158276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85"/>
              </a:lnSpc>
            </a:pPr>
            <a:r>
              <a:rPr lang="en-US" sz="4400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AI Services</a:t>
            </a:r>
            <a:endParaRPr sz="1600" dirty="0"/>
          </a:p>
        </p:txBody>
      </p:sp>
      <p:sp>
        <p:nvSpPr>
          <p:cNvPr id="3" name="Google Shape;657;p22">
            <a:extLst>
              <a:ext uri="{FF2B5EF4-FFF2-40B4-BE49-F238E27FC236}">
                <a16:creationId xmlns:a16="http://schemas.microsoft.com/office/drawing/2014/main" id="{37C5BBCD-E8AB-C52F-EEDE-095E3C295808}"/>
              </a:ext>
            </a:extLst>
          </p:cNvPr>
          <p:cNvSpPr txBox="1"/>
          <p:nvPr/>
        </p:nvSpPr>
        <p:spPr>
          <a:xfrm>
            <a:off x="6515772" y="6054135"/>
            <a:ext cx="5158276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85"/>
              </a:lnSpc>
            </a:pPr>
            <a:r>
              <a:rPr lang="en-US" sz="4400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External APIs</a:t>
            </a:r>
            <a:endParaRPr sz="1600" dirty="0"/>
          </a:p>
        </p:txBody>
      </p:sp>
      <p:sp>
        <p:nvSpPr>
          <p:cNvPr id="5" name="Google Shape;659;p22">
            <a:extLst>
              <a:ext uri="{FF2B5EF4-FFF2-40B4-BE49-F238E27FC236}">
                <a16:creationId xmlns:a16="http://schemas.microsoft.com/office/drawing/2014/main" id="{0859F6A2-7967-B3E7-028D-D2B6D9AF0B66}"/>
              </a:ext>
            </a:extLst>
          </p:cNvPr>
          <p:cNvSpPr txBox="1"/>
          <p:nvPr/>
        </p:nvSpPr>
        <p:spPr>
          <a:xfrm>
            <a:off x="1261501" y="6906688"/>
            <a:ext cx="39446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Groq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LLM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660;p22">
            <a:extLst>
              <a:ext uri="{FF2B5EF4-FFF2-40B4-BE49-F238E27FC236}">
                <a16:creationId xmlns:a16="http://schemas.microsoft.com/office/drawing/2014/main" id="{5516AD57-326D-38E6-413C-5908E62B2D4F}"/>
              </a:ext>
            </a:extLst>
          </p:cNvPr>
          <p:cNvSpPr txBox="1"/>
          <p:nvPr/>
        </p:nvSpPr>
        <p:spPr>
          <a:xfrm>
            <a:off x="6515772" y="6906688"/>
            <a:ext cx="39446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Piston API, </a:t>
            </a:r>
            <a:r>
              <a:rPr lang="en-US" sz="2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Tavily</a:t>
            </a:r>
            <a:r>
              <a:rPr lang="en-US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API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4B0C5-9847-A6E5-87D2-4BA7564F4C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DFF42-8EA9-0200-E313-B5A9995C32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E6309-00D9-1149-00B1-2973B9F53C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225"/>
          <a:stretch>
            <a:fillRect/>
          </a:stretch>
        </p:blipFill>
        <p:spPr>
          <a:xfrm>
            <a:off x="818621" y="525937"/>
            <a:ext cx="16650757" cy="923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52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940"/>
        </a:solidFill>
        <a:effectLst/>
      </p:bgPr>
    </p:bg>
    <p:spTree>
      <p:nvGrpSpPr>
        <p:cNvPr id="1" name="Shape 649">
          <a:extLst>
            <a:ext uri="{FF2B5EF4-FFF2-40B4-BE49-F238E27FC236}">
              <a16:creationId xmlns:a16="http://schemas.microsoft.com/office/drawing/2014/main" id="{95904EB6-06A8-2BAD-D55E-A9D6163B3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0" name="Google Shape;650;p22">
            <a:extLst>
              <a:ext uri="{FF2B5EF4-FFF2-40B4-BE49-F238E27FC236}">
                <a16:creationId xmlns:a16="http://schemas.microsoft.com/office/drawing/2014/main" id="{4C3F7C30-26A4-8119-68FE-36B46B5C6C9A}"/>
              </a:ext>
            </a:extLst>
          </p:cNvPr>
          <p:cNvGrpSpPr/>
          <p:nvPr/>
        </p:nvGrpSpPr>
        <p:grpSpPr>
          <a:xfrm>
            <a:off x="604516" y="326659"/>
            <a:ext cx="17078972" cy="9452856"/>
            <a:chOff x="0" y="-241102"/>
            <a:chExt cx="22771962" cy="12603808"/>
          </a:xfrm>
        </p:grpSpPr>
        <p:grpSp>
          <p:nvGrpSpPr>
            <p:cNvPr id="651" name="Google Shape;651;p22">
              <a:extLst>
                <a:ext uri="{FF2B5EF4-FFF2-40B4-BE49-F238E27FC236}">
                  <a16:creationId xmlns:a16="http://schemas.microsoft.com/office/drawing/2014/main" id="{3C299945-0EA4-8D3F-1293-189F405FEF6A}"/>
                </a:ext>
              </a:extLst>
            </p:cNvPr>
            <p:cNvGrpSpPr/>
            <p:nvPr/>
          </p:nvGrpSpPr>
          <p:grpSpPr>
            <a:xfrm>
              <a:off x="0" y="-241102"/>
              <a:ext cx="22771962" cy="12603808"/>
              <a:chOff x="0" y="-47625"/>
              <a:chExt cx="4498165" cy="2489641"/>
            </a:xfrm>
          </p:grpSpPr>
          <p:sp>
            <p:nvSpPr>
              <p:cNvPr id="652" name="Google Shape;652;p22">
                <a:extLst>
                  <a:ext uri="{FF2B5EF4-FFF2-40B4-BE49-F238E27FC236}">
                    <a16:creationId xmlns:a16="http://schemas.microsoft.com/office/drawing/2014/main" id="{40A0B09C-7FFD-3E18-9266-90DBB151FAD1}"/>
                  </a:ext>
                </a:extLst>
              </p:cNvPr>
              <p:cNvSpPr/>
              <p:nvPr/>
            </p:nvSpPr>
            <p:spPr>
              <a:xfrm>
                <a:off x="0" y="0"/>
                <a:ext cx="4498165" cy="2442016"/>
              </a:xfrm>
              <a:custGeom>
                <a:avLst/>
                <a:gdLst/>
                <a:ahLst/>
                <a:cxnLst/>
                <a:rect l="l" t="t" r="r" b="b"/>
                <a:pathLst>
                  <a:path w="4498165" h="2442016" extrusionOk="0">
                    <a:moveTo>
                      <a:pt x="0" y="0"/>
                    </a:moveTo>
                    <a:lnTo>
                      <a:pt x="4498165" y="0"/>
                    </a:lnTo>
                    <a:lnTo>
                      <a:pt x="4498165" y="2442016"/>
                    </a:lnTo>
                    <a:lnTo>
                      <a:pt x="0" y="2442016"/>
                    </a:lnTo>
                    <a:close/>
                  </a:path>
                </a:pathLst>
              </a:custGeom>
              <a:gradFill>
                <a:gsLst>
                  <a:gs pos="0">
                    <a:srgbClr val="16181B"/>
                  </a:gs>
                  <a:gs pos="100000">
                    <a:srgbClr val="333940"/>
                  </a:gs>
                </a:gsLst>
                <a:lin ang="2700000" scaled="0"/>
              </a:gra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53" name="Google Shape;653;p22">
                <a:extLst>
                  <a:ext uri="{FF2B5EF4-FFF2-40B4-BE49-F238E27FC236}">
                    <a16:creationId xmlns:a16="http://schemas.microsoft.com/office/drawing/2014/main" id="{193B3A36-7587-34F7-1E78-C7ECC993A49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498164" cy="24896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55" name="Google Shape;655;p22">
              <a:extLst>
                <a:ext uri="{FF2B5EF4-FFF2-40B4-BE49-F238E27FC236}">
                  <a16:creationId xmlns:a16="http://schemas.microsoft.com/office/drawing/2014/main" id="{85D2B81B-55D0-1AB6-B5B9-0B434B3B2653}"/>
                </a:ext>
              </a:extLst>
            </p:cNvPr>
            <p:cNvCxnSpPr/>
            <p:nvPr/>
          </p:nvCxnSpPr>
          <p:spPr>
            <a:xfrm>
              <a:off x="21105630" y="725862"/>
              <a:ext cx="1323748" cy="0"/>
            </a:xfrm>
            <a:prstGeom prst="straightConnector1">
              <a:avLst/>
            </a:prstGeom>
            <a:noFill/>
            <a:ln w="50800" cap="flat" cmpd="sng">
              <a:solidFill>
                <a:srgbClr val="FFFFFF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656" name="Google Shape;656;p22">
            <a:extLst>
              <a:ext uri="{FF2B5EF4-FFF2-40B4-BE49-F238E27FC236}">
                <a16:creationId xmlns:a16="http://schemas.microsoft.com/office/drawing/2014/main" id="{E3D201C5-3350-5512-89DE-8B702E185A97}"/>
              </a:ext>
            </a:extLst>
          </p:cNvPr>
          <p:cNvSpPr txBox="1"/>
          <p:nvPr/>
        </p:nvSpPr>
        <p:spPr>
          <a:xfrm>
            <a:off x="1261500" y="3731187"/>
            <a:ext cx="62749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85"/>
              </a:lnSpc>
            </a:pPr>
            <a:r>
              <a:rPr lang="en-US" sz="4400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Faculty dashboard</a:t>
            </a:r>
            <a:endParaRPr sz="1600" dirty="0"/>
          </a:p>
        </p:txBody>
      </p:sp>
      <p:grpSp>
        <p:nvGrpSpPr>
          <p:cNvPr id="662" name="Google Shape;662;p22">
            <a:extLst>
              <a:ext uri="{FF2B5EF4-FFF2-40B4-BE49-F238E27FC236}">
                <a16:creationId xmlns:a16="http://schemas.microsoft.com/office/drawing/2014/main" id="{8FABC378-6994-37AA-8CDD-850B07E9BE1D}"/>
              </a:ext>
            </a:extLst>
          </p:cNvPr>
          <p:cNvGrpSpPr/>
          <p:nvPr/>
        </p:nvGrpSpPr>
        <p:grpSpPr>
          <a:xfrm>
            <a:off x="1028700" y="1013575"/>
            <a:ext cx="9070308" cy="1452189"/>
            <a:chOff x="0" y="0"/>
            <a:chExt cx="10342430" cy="1936252"/>
          </a:xfrm>
        </p:grpSpPr>
        <p:cxnSp>
          <p:nvCxnSpPr>
            <p:cNvPr id="663" name="Google Shape;663;p22">
              <a:extLst>
                <a:ext uri="{FF2B5EF4-FFF2-40B4-BE49-F238E27FC236}">
                  <a16:creationId xmlns:a16="http://schemas.microsoft.com/office/drawing/2014/main" id="{544ABF5D-F9E5-B93D-5B65-08546769ACFB}"/>
                </a:ext>
              </a:extLst>
            </p:cNvPr>
            <p:cNvCxnSpPr/>
            <p:nvPr/>
          </p:nvCxnSpPr>
          <p:spPr>
            <a:xfrm>
              <a:off x="85952" y="75250"/>
              <a:ext cx="10180414" cy="0"/>
            </a:xfrm>
            <a:prstGeom prst="straightConnector1">
              <a:avLst/>
            </a:pr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4" name="Google Shape;664;p22">
              <a:extLst>
                <a:ext uri="{FF2B5EF4-FFF2-40B4-BE49-F238E27FC236}">
                  <a16:creationId xmlns:a16="http://schemas.microsoft.com/office/drawing/2014/main" id="{9594C485-BC3C-7549-CC79-8C9C6144B7E9}"/>
                </a:ext>
              </a:extLst>
            </p:cNvPr>
            <p:cNvCxnSpPr/>
            <p:nvPr/>
          </p:nvCxnSpPr>
          <p:spPr>
            <a:xfrm rot="10800000">
              <a:off x="10276254" y="75250"/>
              <a:ext cx="0" cy="1789002"/>
            </a:xfrm>
            <a:prstGeom prst="straightConnector1">
              <a:avLst/>
            </a:pr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5" name="Google Shape;665;p22">
              <a:extLst>
                <a:ext uri="{FF2B5EF4-FFF2-40B4-BE49-F238E27FC236}">
                  <a16:creationId xmlns:a16="http://schemas.microsoft.com/office/drawing/2014/main" id="{4D3969BE-C9A9-0D2C-D249-5A3C87C46F43}"/>
                </a:ext>
              </a:extLst>
            </p:cNvPr>
            <p:cNvCxnSpPr/>
            <p:nvPr/>
          </p:nvCxnSpPr>
          <p:spPr>
            <a:xfrm>
              <a:off x="85952" y="1854893"/>
              <a:ext cx="10180414" cy="0"/>
            </a:xfrm>
            <a:prstGeom prst="straightConnector1">
              <a:avLst/>
            </a:pr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6" name="Google Shape;666;p22">
              <a:extLst>
                <a:ext uri="{FF2B5EF4-FFF2-40B4-BE49-F238E27FC236}">
                  <a16:creationId xmlns:a16="http://schemas.microsoft.com/office/drawing/2014/main" id="{65CC2940-FBA4-4768-8486-61613F2DC4DB}"/>
                </a:ext>
              </a:extLst>
            </p:cNvPr>
            <p:cNvCxnSpPr/>
            <p:nvPr/>
          </p:nvCxnSpPr>
          <p:spPr>
            <a:xfrm rot="10800000">
              <a:off x="76065" y="75250"/>
              <a:ext cx="0" cy="1789002"/>
            </a:xfrm>
            <a:prstGeom prst="straightConnector1">
              <a:avLst/>
            </a:pr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667" name="Google Shape;667;p22">
              <a:extLst>
                <a:ext uri="{FF2B5EF4-FFF2-40B4-BE49-F238E27FC236}">
                  <a16:creationId xmlns:a16="http://schemas.microsoft.com/office/drawing/2014/main" id="{0A4D16AA-A359-095D-4AE2-66CF25AE26A5}"/>
                </a:ext>
              </a:extLst>
            </p:cNvPr>
            <p:cNvGrpSpPr/>
            <p:nvPr/>
          </p:nvGrpSpPr>
          <p:grpSpPr>
            <a:xfrm>
              <a:off x="0" y="0"/>
              <a:ext cx="152129" cy="144000"/>
              <a:chOff x="0" y="0"/>
              <a:chExt cx="858687" cy="812800"/>
            </a:xfrm>
          </p:grpSpPr>
          <p:sp>
            <p:nvSpPr>
              <p:cNvPr id="668" name="Google Shape;668;p22">
                <a:extLst>
                  <a:ext uri="{FF2B5EF4-FFF2-40B4-BE49-F238E27FC236}">
                    <a16:creationId xmlns:a16="http://schemas.microsoft.com/office/drawing/2014/main" id="{52F03C4A-96C3-5535-29B9-2A50CCE9DCC0}"/>
                  </a:ext>
                </a:extLst>
              </p:cNvPr>
              <p:cNvSpPr/>
              <p:nvPr/>
            </p:nvSpPr>
            <p:spPr>
              <a:xfrm>
                <a:off x="0" y="0"/>
                <a:ext cx="85868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58687" h="812800" extrusionOk="0">
                    <a:moveTo>
                      <a:pt x="429343" y="0"/>
                    </a:moveTo>
                    <a:cubicBezTo>
                      <a:pt x="192224" y="0"/>
                      <a:pt x="0" y="181951"/>
                      <a:pt x="0" y="406400"/>
                    </a:cubicBezTo>
                    <a:cubicBezTo>
                      <a:pt x="0" y="630849"/>
                      <a:pt x="192224" y="812800"/>
                      <a:pt x="429343" y="812800"/>
                    </a:cubicBezTo>
                    <a:cubicBezTo>
                      <a:pt x="666463" y="812800"/>
                      <a:pt x="858687" y="630849"/>
                      <a:pt x="858687" y="406400"/>
                    </a:cubicBezTo>
                    <a:cubicBezTo>
                      <a:pt x="858687" y="181951"/>
                      <a:pt x="666463" y="0"/>
                      <a:pt x="4293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22">
                <a:extLst>
                  <a:ext uri="{FF2B5EF4-FFF2-40B4-BE49-F238E27FC236}">
                    <a16:creationId xmlns:a16="http://schemas.microsoft.com/office/drawing/2014/main" id="{A089B0EC-8BB9-01B4-C149-347BAF191D15}"/>
                  </a:ext>
                </a:extLst>
              </p:cNvPr>
              <p:cNvSpPr txBox="1"/>
              <p:nvPr/>
            </p:nvSpPr>
            <p:spPr>
              <a:xfrm>
                <a:off x="80502" y="28575"/>
                <a:ext cx="697683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0" name="Google Shape;670;p22">
              <a:extLst>
                <a:ext uri="{FF2B5EF4-FFF2-40B4-BE49-F238E27FC236}">
                  <a16:creationId xmlns:a16="http://schemas.microsoft.com/office/drawing/2014/main" id="{E886CAB8-D6B7-F738-D669-692393AC5876}"/>
                </a:ext>
              </a:extLst>
            </p:cNvPr>
            <p:cNvGrpSpPr/>
            <p:nvPr/>
          </p:nvGrpSpPr>
          <p:grpSpPr>
            <a:xfrm>
              <a:off x="0" y="1792252"/>
              <a:ext cx="152129" cy="144000"/>
              <a:chOff x="0" y="0"/>
              <a:chExt cx="858687" cy="812800"/>
            </a:xfrm>
          </p:grpSpPr>
          <p:sp>
            <p:nvSpPr>
              <p:cNvPr id="671" name="Google Shape;671;p22">
                <a:extLst>
                  <a:ext uri="{FF2B5EF4-FFF2-40B4-BE49-F238E27FC236}">
                    <a16:creationId xmlns:a16="http://schemas.microsoft.com/office/drawing/2014/main" id="{1197E3CC-26AF-C88A-D6FA-41C871A24507}"/>
                  </a:ext>
                </a:extLst>
              </p:cNvPr>
              <p:cNvSpPr/>
              <p:nvPr/>
            </p:nvSpPr>
            <p:spPr>
              <a:xfrm>
                <a:off x="0" y="0"/>
                <a:ext cx="85868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58687" h="812800" extrusionOk="0">
                    <a:moveTo>
                      <a:pt x="429343" y="0"/>
                    </a:moveTo>
                    <a:cubicBezTo>
                      <a:pt x="192224" y="0"/>
                      <a:pt x="0" y="181951"/>
                      <a:pt x="0" y="406400"/>
                    </a:cubicBezTo>
                    <a:cubicBezTo>
                      <a:pt x="0" y="630849"/>
                      <a:pt x="192224" y="812800"/>
                      <a:pt x="429343" y="812800"/>
                    </a:cubicBezTo>
                    <a:cubicBezTo>
                      <a:pt x="666463" y="812800"/>
                      <a:pt x="858687" y="630849"/>
                      <a:pt x="858687" y="406400"/>
                    </a:cubicBezTo>
                    <a:cubicBezTo>
                      <a:pt x="858687" y="181951"/>
                      <a:pt x="666463" y="0"/>
                      <a:pt x="4293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22">
                <a:extLst>
                  <a:ext uri="{FF2B5EF4-FFF2-40B4-BE49-F238E27FC236}">
                    <a16:creationId xmlns:a16="http://schemas.microsoft.com/office/drawing/2014/main" id="{22183BB1-7C8B-6588-7CA9-0081B8DFA428}"/>
                  </a:ext>
                </a:extLst>
              </p:cNvPr>
              <p:cNvSpPr txBox="1"/>
              <p:nvPr/>
            </p:nvSpPr>
            <p:spPr>
              <a:xfrm>
                <a:off x="80502" y="28575"/>
                <a:ext cx="697683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3" name="Google Shape;673;p22">
              <a:extLst>
                <a:ext uri="{FF2B5EF4-FFF2-40B4-BE49-F238E27FC236}">
                  <a16:creationId xmlns:a16="http://schemas.microsoft.com/office/drawing/2014/main" id="{7CAB1116-BC9F-360B-A1FE-09118B7BEFE3}"/>
                </a:ext>
              </a:extLst>
            </p:cNvPr>
            <p:cNvGrpSpPr/>
            <p:nvPr/>
          </p:nvGrpSpPr>
          <p:grpSpPr>
            <a:xfrm>
              <a:off x="10190301" y="0"/>
              <a:ext cx="152129" cy="144000"/>
              <a:chOff x="0" y="0"/>
              <a:chExt cx="858687" cy="812800"/>
            </a:xfrm>
          </p:grpSpPr>
          <p:sp>
            <p:nvSpPr>
              <p:cNvPr id="674" name="Google Shape;674;p22">
                <a:extLst>
                  <a:ext uri="{FF2B5EF4-FFF2-40B4-BE49-F238E27FC236}">
                    <a16:creationId xmlns:a16="http://schemas.microsoft.com/office/drawing/2014/main" id="{86B9C06F-A4C2-EA44-5D08-165AA5F59E5C}"/>
                  </a:ext>
                </a:extLst>
              </p:cNvPr>
              <p:cNvSpPr/>
              <p:nvPr/>
            </p:nvSpPr>
            <p:spPr>
              <a:xfrm>
                <a:off x="0" y="0"/>
                <a:ext cx="85868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58687" h="812800" extrusionOk="0">
                    <a:moveTo>
                      <a:pt x="429343" y="0"/>
                    </a:moveTo>
                    <a:cubicBezTo>
                      <a:pt x="192224" y="0"/>
                      <a:pt x="0" y="181951"/>
                      <a:pt x="0" y="406400"/>
                    </a:cubicBezTo>
                    <a:cubicBezTo>
                      <a:pt x="0" y="630849"/>
                      <a:pt x="192224" y="812800"/>
                      <a:pt x="429343" y="812800"/>
                    </a:cubicBezTo>
                    <a:cubicBezTo>
                      <a:pt x="666463" y="812800"/>
                      <a:pt x="858687" y="630849"/>
                      <a:pt x="858687" y="406400"/>
                    </a:cubicBezTo>
                    <a:cubicBezTo>
                      <a:pt x="858687" y="181951"/>
                      <a:pt x="666463" y="0"/>
                      <a:pt x="4293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22">
                <a:extLst>
                  <a:ext uri="{FF2B5EF4-FFF2-40B4-BE49-F238E27FC236}">
                    <a16:creationId xmlns:a16="http://schemas.microsoft.com/office/drawing/2014/main" id="{94B96E5E-FC1D-080E-27EC-05BBF4EDD2CD}"/>
                  </a:ext>
                </a:extLst>
              </p:cNvPr>
              <p:cNvSpPr txBox="1"/>
              <p:nvPr/>
            </p:nvSpPr>
            <p:spPr>
              <a:xfrm>
                <a:off x="80502" y="28575"/>
                <a:ext cx="697683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6" name="Google Shape;676;p22">
              <a:extLst>
                <a:ext uri="{FF2B5EF4-FFF2-40B4-BE49-F238E27FC236}">
                  <a16:creationId xmlns:a16="http://schemas.microsoft.com/office/drawing/2014/main" id="{48C47D16-6FE4-34D5-59B6-09648525B9CA}"/>
                </a:ext>
              </a:extLst>
            </p:cNvPr>
            <p:cNvGrpSpPr/>
            <p:nvPr/>
          </p:nvGrpSpPr>
          <p:grpSpPr>
            <a:xfrm>
              <a:off x="10190301" y="1792252"/>
              <a:ext cx="152129" cy="144000"/>
              <a:chOff x="0" y="0"/>
              <a:chExt cx="858687" cy="812800"/>
            </a:xfrm>
          </p:grpSpPr>
          <p:sp>
            <p:nvSpPr>
              <p:cNvPr id="677" name="Google Shape;677;p22">
                <a:extLst>
                  <a:ext uri="{FF2B5EF4-FFF2-40B4-BE49-F238E27FC236}">
                    <a16:creationId xmlns:a16="http://schemas.microsoft.com/office/drawing/2014/main" id="{2784C41C-D83C-B6C3-23DE-D20376F639A9}"/>
                  </a:ext>
                </a:extLst>
              </p:cNvPr>
              <p:cNvSpPr/>
              <p:nvPr/>
            </p:nvSpPr>
            <p:spPr>
              <a:xfrm>
                <a:off x="0" y="0"/>
                <a:ext cx="85868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58687" h="812800" extrusionOk="0">
                    <a:moveTo>
                      <a:pt x="429343" y="0"/>
                    </a:moveTo>
                    <a:cubicBezTo>
                      <a:pt x="192224" y="0"/>
                      <a:pt x="0" y="181951"/>
                      <a:pt x="0" y="406400"/>
                    </a:cubicBezTo>
                    <a:cubicBezTo>
                      <a:pt x="0" y="630849"/>
                      <a:pt x="192224" y="812800"/>
                      <a:pt x="429343" y="812800"/>
                    </a:cubicBezTo>
                    <a:cubicBezTo>
                      <a:pt x="666463" y="812800"/>
                      <a:pt x="858687" y="630849"/>
                      <a:pt x="858687" y="406400"/>
                    </a:cubicBezTo>
                    <a:cubicBezTo>
                      <a:pt x="858687" y="181951"/>
                      <a:pt x="666463" y="0"/>
                      <a:pt x="4293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22">
                <a:extLst>
                  <a:ext uri="{FF2B5EF4-FFF2-40B4-BE49-F238E27FC236}">
                    <a16:creationId xmlns:a16="http://schemas.microsoft.com/office/drawing/2014/main" id="{B8F9F703-BBEF-0CCD-A57C-BF3EDA99E36B}"/>
                  </a:ext>
                </a:extLst>
              </p:cNvPr>
              <p:cNvSpPr txBox="1"/>
              <p:nvPr/>
            </p:nvSpPr>
            <p:spPr>
              <a:xfrm>
                <a:off x="80502" y="28575"/>
                <a:ext cx="697683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9" name="Google Shape;679;p22">
            <a:extLst>
              <a:ext uri="{FF2B5EF4-FFF2-40B4-BE49-F238E27FC236}">
                <a16:creationId xmlns:a16="http://schemas.microsoft.com/office/drawing/2014/main" id="{23B7BDFD-E5B2-2A99-8D57-E9A4A0E38C62}"/>
              </a:ext>
            </a:extLst>
          </p:cNvPr>
          <p:cNvSpPr txBox="1"/>
          <p:nvPr/>
        </p:nvSpPr>
        <p:spPr>
          <a:xfrm>
            <a:off x="1369697" y="1206299"/>
            <a:ext cx="9090749" cy="1296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17"/>
              </a:lnSpc>
            </a:pPr>
            <a:r>
              <a:rPr lang="en-US" sz="7019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Teacher Portal</a:t>
            </a:r>
            <a:endParaRPr dirty="0"/>
          </a:p>
        </p:txBody>
      </p:sp>
      <p:pic>
        <p:nvPicPr>
          <p:cNvPr id="680" name="Google Shape;680;p22">
            <a:extLst>
              <a:ext uri="{FF2B5EF4-FFF2-40B4-BE49-F238E27FC236}">
                <a16:creationId xmlns:a16="http://schemas.microsoft.com/office/drawing/2014/main" id="{7A47502D-E031-82FC-8193-5DB646AE770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3815" y="1762670"/>
            <a:ext cx="4163785" cy="240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22">
            <a:extLst>
              <a:ext uri="{FF2B5EF4-FFF2-40B4-BE49-F238E27FC236}">
                <a16:creationId xmlns:a16="http://schemas.microsoft.com/office/drawing/2014/main" id="{0224150F-0F87-7E76-80C7-3B5AC5DC6CA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4836" y="7915075"/>
            <a:ext cx="1759811" cy="165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22">
            <a:extLst>
              <a:ext uri="{FF2B5EF4-FFF2-40B4-BE49-F238E27FC236}">
                <a16:creationId xmlns:a16="http://schemas.microsoft.com/office/drawing/2014/main" id="{EC30F356-B7D8-C096-E495-2A0FBCF5F29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60450" y="1553526"/>
            <a:ext cx="1553144" cy="165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656;p22">
            <a:extLst>
              <a:ext uri="{FF2B5EF4-FFF2-40B4-BE49-F238E27FC236}">
                <a16:creationId xmlns:a16="http://schemas.microsoft.com/office/drawing/2014/main" id="{F19115BA-89B8-334F-831C-A1DD5DEC5484}"/>
              </a:ext>
            </a:extLst>
          </p:cNvPr>
          <p:cNvSpPr txBox="1"/>
          <p:nvPr/>
        </p:nvSpPr>
        <p:spPr>
          <a:xfrm>
            <a:off x="1261500" y="4724543"/>
            <a:ext cx="9740797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85"/>
              </a:lnSpc>
            </a:pPr>
            <a:r>
              <a:rPr lang="en-US" sz="4400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Student progress monitoring</a:t>
            </a:r>
            <a:endParaRPr sz="1600" dirty="0"/>
          </a:p>
        </p:txBody>
      </p:sp>
      <p:sp>
        <p:nvSpPr>
          <p:cNvPr id="7" name="Google Shape;656;p22">
            <a:extLst>
              <a:ext uri="{FF2B5EF4-FFF2-40B4-BE49-F238E27FC236}">
                <a16:creationId xmlns:a16="http://schemas.microsoft.com/office/drawing/2014/main" id="{15CC3FEA-1435-F5D4-D32A-035F582FF92B}"/>
              </a:ext>
            </a:extLst>
          </p:cNvPr>
          <p:cNvSpPr txBox="1"/>
          <p:nvPr/>
        </p:nvSpPr>
        <p:spPr>
          <a:xfrm>
            <a:off x="1261496" y="5709578"/>
            <a:ext cx="62749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85"/>
              </a:lnSpc>
            </a:pPr>
            <a:r>
              <a:rPr lang="en-US" sz="4400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Assessment tracking</a:t>
            </a:r>
            <a:endParaRPr sz="1600" dirty="0"/>
          </a:p>
        </p:txBody>
      </p:sp>
      <p:sp>
        <p:nvSpPr>
          <p:cNvPr id="8" name="Google Shape;656;p22">
            <a:extLst>
              <a:ext uri="{FF2B5EF4-FFF2-40B4-BE49-F238E27FC236}">
                <a16:creationId xmlns:a16="http://schemas.microsoft.com/office/drawing/2014/main" id="{B9395D7D-1B74-8004-C901-07C98AA62283}"/>
              </a:ext>
            </a:extLst>
          </p:cNvPr>
          <p:cNvSpPr txBox="1"/>
          <p:nvPr/>
        </p:nvSpPr>
        <p:spPr>
          <a:xfrm>
            <a:off x="1261496" y="6702934"/>
            <a:ext cx="732206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85"/>
              </a:lnSpc>
            </a:pPr>
            <a:r>
              <a:rPr lang="en-US" sz="4400" dirty="0">
                <a:solidFill>
                  <a:srgbClr val="FFFFFF"/>
                </a:solidFill>
                <a:latin typeface="Russo One"/>
                <a:ea typeface="Russo One"/>
                <a:cs typeface="Russo One"/>
                <a:sym typeface="Russo One"/>
              </a:rPr>
              <a:t>Data export for reports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933485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5CEE-0518-9DDB-2F30-17CB8AF45C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7A2DF0-917B-2708-452A-C45DD7D348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EB69BF-C0DB-ED87-99E1-D1EA392E5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07" y="0"/>
            <a:ext cx="18047153" cy="1029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959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E34C6-4DB9-2400-D460-E727FE559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Coding Challenge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6F2E2-26AF-A81F-CF0D-89C6AF7944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2E66F6-4247-2C71-1E66-DE8FB6644B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886"/>
          <a:stretch>
            <a:fillRect/>
          </a:stretch>
        </p:blipFill>
        <p:spPr>
          <a:xfrm>
            <a:off x="1217921" y="3266768"/>
            <a:ext cx="15852158" cy="44908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8F57EE-C30A-9983-2E4F-17D674912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5841" y="799427"/>
            <a:ext cx="2915656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580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50482-2236-C295-E17C-D6C77413DA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DAF15-02D5-1D1E-0E2D-9311704C4F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326E2-4290-3DB5-BF28-B927F3153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12" y="369261"/>
            <a:ext cx="17582536" cy="954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90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5AF0-D271-0FB8-CB48-76B8F01BBE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C0490-B70F-1C5D-5D9D-151F6414C9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B56F3-D1A6-5FCA-8F4E-752F3F37E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41" y="481949"/>
            <a:ext cx="17604317" cy="31461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97F15A-0F73-5309-ABCC-BD2F9B107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41" y="3671887"/>
            <a:ext cx="17604316" cy="580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080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6BEB0-860B-8E05-B5E1-08A5236CE1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Server Requirements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DB54B-22C0-B210-012E-CE86B98990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37C0AE-A138-284F-5001-CB26ABC66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022" y="2546485"/>
            <a:ext cx="9646572" cy="7373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94F4E8-4004-151A-E851-98B4F4C61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9387" y="796507"/>
            <a:ext cx="3226573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68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3256E-CAFC-46FC-17E1-A06A26991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6124" y="1051875"/>
            <a:ext cx="13984933" cy="1470000"/>
          </a:xfrm>
        </p:spPr>
        <p:txBody>
          <a:bodyPr>
            <a:normAutofit/>
          </a:bodyPr>
          <a:lstStyle/>
          <a:p>
            <a:r>
              <a:rPr lang="en-US" dirty="0"/>
              <a:t>Why we choose this ai model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B8C4D-5C5A-1249-6529-E4D2367118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5ED83E-B507-6F92-6C5F-4BCA76BE4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27" y="3402475"/>
            <a:ext cx="17608745" cy="2720050"/>
          </a:xfrm>
          <a:prstGeom prst="rect">
            <a:avLst/>
          </a:prstGeom>
        </p:spPr>
      </p:pic>
      <p:sp>
        <p:nvSpPr>
          <p:cNvPr id="6" name="Google Shape;843;p28">
            <a:extLst>
              <a:ext uri="{FF2B5EF4-FFF2-40B4-BE49-F238E27FC236}">
                <a16:creationId xmlns:a16="http://schemas.microsoft.com/office/drawing/2014/main" id="{042DDD4D-414E-5F70-D1BE-0B025D1AC5DC}"/>
              </a:ext>
            </a:extLst>
          </p:cNvPr>
          <p:cNvSpPr txBox="1"/>
          <p:nvPr/>
        </p:nvSpPr>
        <p:spPr>
          <a:xfrm>
            <a:off x="12846476" y="797088"/>
            <a:ext cx="3214068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F99A80-A828-CC84-F2E7-6D2E5884A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3192" y="797088"/>
            <a:ext cx="2807352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07422"/>
      </p:ext>
    </p:extLst>
  </p:cSld>
  <p:clrMapOvr>
    <a:masterClrMapping/>
  </p:clrMapOvr>
</p:sld>
</file>

<file path=ppt/theme/theme1.xml><?xml version="1.0" encoding="utf-8"?>
<a:theme xmlns:a="http://schemas.openxmlformats.org/drawingml/2006/main" name="Year-End Accounting Checklist  Presentation">
  <a:themeElements>
    <a:clrScheme name="Office">
      <a:dk1>
        <a:srgbClr val="000000"/>
      </a:dk1>
      <a:lt1>
        <a:srgbClr val="FFFFFF"/>
      </a:lt1>
      <a:dk2>
        <a:srgbClr val="16181B"/>
      </a:dk2>
      <a:lt2>
        <a:srgbClr val="333940"/>
      </a:lt2>
      <a:accent1>
        <a:srgbClr val="888888"/>
      </a:accent1>
      <a:accent2>
        <a:srgbClr val="FFFFFF"/>
      </a:accent2>
      <a:accent3>
        <a:srgbClr val="16181B"/>
      </a:accent3>
      <a:accent4>
        <a:srgbClr val="333940"/>
      </a:accent4>
      <a:accent5>
        <a:srgbClr val="888888"/>
      </a:accent5>
      <a:accent6>
        <a:srgbClr val="FFFFFF"/>
      </a:accent6>
      <a:hlink>
        <a:srgbClr val="16181B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143</Words>
  <Application>Microsoft Office PowerPoint</Application>
  <PresentationFormat>Custom</PresentationFormat>
  <Paragraphs>41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Open Sans</vt:lpstr>
      <vt:lpstr>Russo One</vt:lpstr>
      <vt:lpstr>Arial</vt:lpstr>
      <vt:lpstr>Calibri</vt:lpstr>
      <vt:lpstr>Year-End Accounting Checklist 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Coding Challenge</vt:lpstr>
      <vt:lpstr>PowerPoint Presentation</vt:lpstr>
      <vt:lpstr>PowerPoint Presentation</vt:lpstr>
      <vt:lpstr>Server Requirements</vt:lpstr>
      <vt:lpstr>Why we choose this ai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SHARVESWAR MADASAMY (RA2411003011058)</cp:lastModifiedBy>
  <cp:revision>11</cp:revision>
  <dcterms:modified xsi:type="dcterms:W3CDTF">2026-03-11T17:25:50Z</dcterms:modified>
</cp:coreProperties>
</file>